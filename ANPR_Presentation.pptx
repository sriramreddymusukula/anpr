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4.svg"/><Relationship Id="rId6" Type="http://schemas.openxmlformats.org/officeDocument/2006/relationships/image" Target="../media/image10.svg"/><Relationship Id="rId5" Type="http://schemas.openxmlformats.org/officeDocument/2006/relationships/image" Target="../media/image2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4.svg"/><Relationship Id="rId6" Type="http://schemas.openxmlformats.org/officeDocument/2006/relationships/image" Target="../media/image10.svg"/><Relationship Id="rId5" Type="http://schemas.openxmlformats.org/officeDocument/2006/relationships/image" Target="../media/image2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0DA922-2C95-4CAC-95EB-B8CA47003A5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65EC231-515E-4C52-B68B-F6139F3235FB}">
      <dgm:prSet/>
      <dgm:spPr/>
      <dgm:t>
        <a:bodyPr/>
        <a:lstStyle/>
        <a:p>
          <a:pPr>
            <a:defRPr cap="all"/>
          </a:pPr>
          <a:r>
            <a:rPr lang="en-US"/>
            <a:t>Automatic Number Plate Recognition is a computer vision application used for vehicle identification.</a:t>
          </a:r>
        </a:p>
      </dgm:t>
    </dgm:pt>
    <dgm:pt modelId="{D57548E7-38D1-4A9E-829E-3D7A5D9EB8D5}" type="parTrans" cxnId="{3EC97EAE-E91A-4885-A13F-BABDCA6938BB}">
      <dgm:prSet/>
      <dgm:spPr/>
      <dgm:t>
        <a:bodyPr/>
        <a:lstStyle/>
        <a:p>
          <a:endParaRPr lang="en-US"/>
        </a:p>
      </dgm:t>
    </dgm:pt>
    <dgm:pt modelId="{5A3DE230-23AA-418D-B21F-05410371A52C}" type="sibTrans" cxnId="{3EC97EAE-E91A-4885-A13F-BABDCA6938BB}">
      <dgm:prSet/>
      <dgm:spPr/>
      <dgm:t>
        <a:bodyPr/>
        <a:lstStyle/>
        <a:p>
          <a:endParaRPr lang="en-US"/>
        </a:p>
      </dgm:t>
    </dgm:pt>
    <dgm:pt modelId="{45F91A50-1206-4706-9EA7-187EB0D6905D}">
      <dgm:prSet/>
      <dgm:spPr/>
      <dgm:t>
        <a:bodyPr/>
        <a:lstStyle/>
        <a:p>
          <a:pPr>
            <a:defRPr cap="all"/>
          </a:pPr>
          <a:r>
            <a:rPr lang="en-US"/>
            <a:t>The system automatically detects vehicle number plates from input images.</a:t>
          </a:r>
        </a:p>
      </dgm:t>
    </dgm:pt>
    <dgm:pt modelId="{F877EBC2-09DD-49C1-9417-4B38ADC052D9}" type="parTrans" cxnId="{F95F8CB9-28C5-4104-B5D8-3841DE32F464}">
      <dgm:prSet/>
      <dgm:spPr/>
      <dgm:t>
        <a:bodyPr/>
        <a:lstStyle/>
        <a:p>
          <a:endParaRPr lang="en-US"/>
        </a:p>
      </dgm:t>
    </dgm:pt>
    <dgm:pt modelId="{56EF688E-FD45-45D6-A588-901A441D4123}" type="sibTrans" cxnId="{F95F8CB9-28C5-4104-B5D8-3841DE32F464}">
      <dgm:prSet/>
      <dgm:spPr/>
      <dgm:t>
        <a:bodyPr/>
        <a:lstStyle/>
        <a:p>
          <a:endParaRPr lang="en-US"/>
        </a:p>
      </dgm:t>
    </dgm:pt>
    <dgm:pt modelId="{2F5DEAB2-F0B0-41E8-90FB-8ACCE0610F4C}">
      <dgm:prSet/>
      <dgm:spPr/>
      <dgm:t>
        <a:bodyPr/>
        <a:lstStyle/>
        <a:p>
          <a:pPr>
            <a:defRPr cap="all"/>
          </a:pPr>
          <a:r>
            <a:rPr lang="en-US"/>
            <a:t>It reduces manual effort involved in recording vehicle details.</a:t>
          </a:r>
        </a:p>
      </dgm:t>
    </dgm:pt>
    <dgm:pt modelId="{C2F7854B-B2DB-4D52-A7BB-3D074652E46B}" type="parTrans" cxnId="{DF0EC93F-D883-48B9-8041-BF41B9A47B07}">
      <dgm:prSet/>
      <dgm:spPr/>
      <dgm:t>
        <a:bodyPr/>
        <a:lstStyle/>
        <a:p>
          <a:endParaRPr lang="en-US"/>
        </a:p>
      </dgm:t>
    </dgm:pt>
    <dgm:pt modelId="{7C903DB7-5342-4B2C-A2DB-0E4318D38C1A}" type="sibTrans" cxnId="{DF0EC93F-D883-48B9-8041-BF41B9A47B07}">
      <dgm:prSet/>
      <dgm:spPr/>
      <dgm:t>
        <a:bodyPr/>
        <a:lstStyle/>
        <a:p>
          <a:endParaRPr lang="en-US"/>
        </a:p>
      </dgm:t>
    </dgm:pt>
    <dgm:pt modelId="{6528A12C-0BF1-4669-813E-D6FA21E4DBE0}">
      <dgm:prSet/>
      <dgm:spPr/>
      <dgm:t>
        <a:bodyPr/>
        <a:lstStyle/>
        <a:p>
          <a:pPr>
            <a:defRPr cap="all"/>
          </a:pPr>
          <a:r>
            <a:rPr lang="en-US"/>
            <a:t>The project combines object detection and optical character recognition techniques.</a:t>
          </a:r>
        </a:p>
      </dgm:t>
    </dgm:pt>
    <dgm:pt modelId="{4738B768-17E5-4905-AEE3-4932F3DE2EEB}" type="parTrans" cxnId="{0F9B4D12-72B3-4432-888A-5057064B389E}">
      <dgm:prSet/>
      <dgm:spPr/>
      <dgm:t>
        <a:bodyPr/>
        <a:lstStyle/>
        <a:p>
          <a:endParaRPr lang="en-US"/>
        </a:p>
      </dgm:t>
    </dgm:pt>
    <dgm:pt modelId="{D8748B46-9874-4F48-955C-82D5089BFA80}" type="sibTrans" cxnId="{0F9B4D12-72B3-4432-888A-5057064B389E}">
      <dgm:prSet/>
      <dgm:spPr/>
      <dgm:t>
        <a:bodyPr/>
        <a:lstStyle/>
        <a:p>
          <a:endParaRPr lang="en-US"/>
        </a:p>
      </dgm:t>
    </dgm:pt>
    <dgm:pt modelId="{439E0899-F4D0-4A68-9A08-BC3AD4262526}">
      <dgm:prSet/>
      <dgm:spPr/>
      <dgm:t>
        <a:bodyPr/>
        <a:lstStyle/>
        <a:p>
          <a:pPr>
            <a:defRPr cap="all"/>
          </a:pPr>
          <a:r>
            <a:rPr lang="en-US"/>
            <a:t>The developed system provides a graphical interface for easy usage.</a:t>
          </a:r>
        </a:p>
      </dgm:t>
    </dgm:pt>
    <dgm:pt modelId="{6B0C98FF-395F-458B-81FD-92386568471B}" type="parTrans" cxnId="{54D6C467-D17E-4182-A5EA-0140D859CCAE}">
      <dgm:prSet/>
      <dgm:spPr/>
      <dgm:t>
        <a:bodyPr/>
        <a:lstStyle/>
        <a:p>
          <a:endParaRPr lang="en-US"/>
        </a:p>
      </dgm:t>
    </dgm:pt>
    <dgm:pt modelId="{CD6241C3-812A-498C-8321-2C4DB3439C6F}" type="sibTrans" cxnId="{54D6C467-D17E-4182-A5EA-0140D859CCAE}">
      <dgm:prSet/>
      <dgm:spPr/>
      <dgm:t>
        <a:bodyPr/>
        <a:lstStyle/>
        <a:p>
          <a:endParaRPr lang="en-US"/>
        </a:p>
      </dgm:t>
    </dgm:pt>
    <dgm:pt modelId="{9DEC13A8-6DE5-4BC9-97E6-A0628290227D}">
      <dgm:prSet/>
      <dgm:spPr/>
      <dgm:t>
        <a:bodyPr/>
        <a:lstStyle/>
        <a:p>
          <a:pPr>
            <a:defRPr cap="all"/>
          </a:pPr>
          <a:r>
            <a:rPr lang="en-US"/>
            <a:t>It can be used in traffic monitoring and parking management systems.</a:t>
          </a:r>
        </a:p>
      </dgm:t>
    </dgm:pt>
    <dgm:pt modelId="{08C263F8-8191-4E8A-A719-7137F86DCB6D}" type="parTrans" cxnId="{20EF6B62-AC2F-4DBD-8E19-ECDBF942DC4A}">
      <dgm:prSet/>
      <dgm:spPr/>
      <dgm:t>
        <a:bodyPr/>
        <a:lstStyle/>
        <a:p>
          <a:endParaRPr lang="en-US"/>
        </a:p>
      </dgm:t>
    </dgm:pt>
    <dgm:pt modelId="{C3E5BD52-9E5B-4775-9E3E-9FAF0EF833AB}" type="sibTrans" cxnId="{20EF6B62-AC2F-4DBD-8E19-ECDBF942DC4A}">
      <dgm:prSet/>
      <dgm:spPr/>
      <dgm:t>
        <a:bodyPr/>
        <a:lstStyle/>
        <a:p>
          <a:endParaRPr lang="en-US"/>
        </a:p>
      </dgm:t>
    </dgm:pt>
    <dgm:pt modelId="{9A678C71-DC4B-4B7D-BD9A-0DFA52B16F22}" type="pres">
      <dgm:prSet presAssocID="{F60DA922-2C95-4CAC-95EB-B8CA47003A53}" presName="root" presStyleCnt="0">
        <dgm:presLayoutVars>
          <dgm:dir/>
          <dgm:resizeHandles val="exact"/>
        </dgm:presLayoutVars>
      </dgm:prSet>
      <dgm:spPr/>
    </dgm:pt>
    <dgm:pt modelId="{2B958CFF-C477-42FA-8B42-1E19AF6DB63B}" type="pres">
      <dgm:prSet presAssocID="{065EC231-515E-4C52-B68B-F6139F3235FB}" presName="compNode" presStyleCnt="0"/>
      <dgm:spPr/>
    </dgm:pt>
    <dgm:pt modelId="{EBFF8C71-6FEB-4839-84BA-A0CB87AE1676}" type="pres">
      <dgm:prSet presAssocID="{065EC231-515E-4C52-B68B-F6139F3235FB}" presName="iconBgRect" presStyleLbl="bgShp" presStyleIdx="0" presStyleCnt="6"/>
      <dgm:spPr/>
    </dgm:pt>
    <dgm:pt modelId="{8D1DBF5E-4A07-4012-BF70-FCF9EDD2FF68}" type="pres">
      <dgm:prSet presAssocID="{065EC231-515E-4C52-B68B-F6139F3235F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8FCF7E5-D87B-43FB-A6CA-88477C932D6D}" type="pres">
      <dgm:prSet presAssocID="{065EC231-515E-4C52-B68B-F6139F3235FB}" presName="spaceRect" presStyleCnt="0"/>
      <dgm:spPr/>
    </dgm:pt>
    <dgm:pt modelId="{C90B82F3-EBB0-4056-80C7-D57AE560CE45}" type="pres">
      <dgm:prSet presAssocID="{065EC231-515E-4C52-B68B-F6139F3235FB}" presName="textRect" presStyleLbl="revTx" presStyleIdx="0" presStyleCnt="6">
        <dgm:presLayoutVars>
          <dgm:chMax val="1"/>
          <dgm:chPref val="1"/>
        </dgm:presLayoutVars>
      </dgm:prSet>
      <dgm:spPr/>
    </dgm:pt>
    <dgm:pt modelId="{05A9FC7D-E4D8-4CA2-BD22-33AC8BA84972}" type="pres">
      <dgm:prSet presAssocID="{5A3DE230-23AA-418D-B21F-05410371A52C}" presName="sibTrans" presStyleCnt="0"/>
      <dgm:spPr/>
    </dgm:pt>
    <dgm:pt modelId="{3008137D-75E3-451A-BF16-850A51DECB1F}" type="pres">
      <dgm:prSet presAssocID="{45F91A50-1206-4706-9EA7-187EB0D6905D}" presName="compNode" presStyleCnt="0"/>
      <dgm:spPr/>
    </dgm:pt>
    <dgm:pt modelId="{445C2DE2-AA64-43B1-88B3-34343825272D}" type="pres">
      <dgm:prSet presAssocID="{45F91A50-1206-4706-9EA7-187EB0D6905D}" presName="iconBgRect" presStyleLbl="bgShp" presStyleIdx="1" presStyleCnt="6"/>
      <dgm:spPr/>
    </dgm:pt>
    <dgm:pt modelId="{BD09F30B-508F-4C4D-A4A1-EA62E8A9C4C1}" type="pres">
      <dgm:prSet presAssocID="{45F91A50-1206-4706-9EA7-187EB0D6905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9619E7E8-9C10-4A4D-BBF6-FCB5102A9F04}" type="pres">
      <dgm:prSet presAssocID="{45F91A50-1206-4706-9EA7-187EB0D6905D}" presName="spaceRect" presStyleCnt="0"/>
      <dgm:spPr/>
    </dgm:pt>
    <dgm:pt modelId="{71DACD6E-0354-4714-84E3-F83162CFCB77}" type="pres">
      <dgm:prSet presAssocID="{45F91A50-1206-4706-9EA7-187EB0D6905D}" presName="textRect" presStyleLbl="revTx" presStyleIdx="1" presStyleCnt="6">
        <dgm:presLayoutVars>
          <dgm:chMax val="1"/>
          <dgm:chPref val="1"/>
        </dgm:presLayoutVars>
      </dgm:prSet>
      <dgm:spPr/>
    </dgm:pt>
    <dgm:pt modelId="{936D9151-4070-4D6F-BAA3-C637D5EB6CFD}" type="pres">
      <dgm:prSet presAssocID="{56EF688E-FD45-45D6-A588-901A441D4123}" presName="sibTrans" presStyleCnt="0"/>
      <dgm:spPr/>
    </dgm:pt>
    <dgm:pt modelId="{56302129-318F-40A6-810F-005DF07B207C}" type="pres">
      <dgm:prSet presAssocID="{2F5DEAB2-F0B0-41E8-90FB-8ACCE0610F4C}" presName="compNode" presStyleCnt="0"/>
      <dgm:spPr/>
    </dgm:pt>
    <dgm:pt modelId="{8622FA01-AE41-465F-9358-E1800DC88A98}" type="pres">
      <dgm:prSet presAssocID="{2F5DEAB2-F0B0-41E8-90FB-8ACCE0610F4C}" presName="iconBgRect" presStyleLbl="bgShp" presStyleIdx="2" presStyleCnt="6"/>
      <dgm:spPr/>
    </dgm:pt>
    <dgm:pt modelId="{70B5646A-33C3-444C-B76E-1CFABC989631}" type="pres">
      <dgm:prSet presAssocID="{2F5DEAB2-F0B0-41E8-90FB-8ACCE0610F4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CE33243B-BCC7-409A-A3E0-646887B18DF0}" type="pres">
      <dgm:prSet presAssocID="{2F5DEAB2-F0B0-41E8-90FB-8ACCE0610F4C}" presName="spaceRect" presStyleCnt="0"/>
      <dgm:spPr/>
    </dgm:pt>
    <dgm:pt modelId="{E5B5268F-69C1-4393-A961-B8BC33AF076E}" type="pres">
      <dgm:prSet presAssocID="{2F5DEAB2-F0B0-41E8-90FB-8ACCE0610F4C}" presName="textRect" presStyleLbl="revTx" presStyleIdx="2" presStyleCnt="6">
        <dgm:presLayoutVars>
          <dgm:chMax val="1"/>
          <dgm:chPref val="1"/>
        </dgm:presLayoutVars>
      </dgm:prSet>
      <dgm:spPr/>
    </dgm:pt>
    <dgm:pt modelId="{8DC1D6E2-8486-4E68-B76E-0DABCBC68F22}" type="pres">
      <dgm:prSet presAssocID="{7C903DB7-5342-4B2C-A2DB-0E4318D38C1A}" presName="sibTrans" presStyleCnt="0"/>
      <dgm:spPr/>
    </dgm:pt>
    <dgm:pt modelId="{40454D16-E001-486C-A06E-C6EDED408093}" type="pres">
      <dgm:prSet presAssocID="{6528A12C-0BF1-4669-813E-D6FA21E4DBE0}" presName="compNode" presStyleCnt="0"/>
      <dgm:spPr/>
    </dgm:pt>
    <dgm:pt modelId="{0B9977BB-E72B-41CD-A8FE-6FB8C6AE0757}" type="pres">
      <dgm:prSet presAssocID="{6528A12C-0BF1-4669-813E-D6FA21E4DBE0}" presName="iconBgRect" presStyleLbl="bgShp" presStyleIdx="3" presStyleCnt="6"/>
      <dgm:spPr/>
    </dgm:pt>
    <dgm:pt modelId="{8C9D66C0-029F-4D00-B700-60AAD640054B}" type="pres">
      <dgm:prSet presAssocID="{6528A12C-0BF1-4669-813E-D6FA21E4DBE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846C581D-F790-45C7-AB8B-589F0C43533E}" type="pres">
      <dgm:prSet presAssocID="{6528A12C-0BF1-4669-813E-D6FA21E4DBE0}" presName="spaceRect" presStyleCnt="0"/>
      <dgm:spPr/>
    </dgm:pt>
    <dgm:pt modelId="{11E1449D-1121-4B32-8188-A34E5AFC015E}" type="pres">
      <dgm:prSet presAssocID="{6528A12C-0BF1-4669-813E-D6FA21E4DBE0}" presName="textRect" presStyleLbl="revTx" presStyleIdx="3" presStyleCnt="6">
        <dgm:presLayoutVars>
          <dgm:chMax val="1"/>
          <dgm:chPref val="1"/>
        </dgm:presLayoutVars>
      </dgm:prSet>
      <dgm:spPr/>
    </dgm:pt>
    <dgm:pt modelId="{F223072E-408D-4E26-B6C0-D766F2E1C8BA}" type="pres">
      <dgm:prSet presAssocID="{D8748B46-9874-4F48-955C-82D5089BFA80}" presName="sibTrans" presStyleCnt="0"/>
      <dgm:spPr/>
    </dgm:pt>
    <dgm:pt modelId="{AFC46649-137C-4F73-8AF3-1C6BE70F9AB4}" type="pres">
      <dgm:prSet presAssocID="{439E0899-F4D0-4A68-9A08-BC3AD4262526}" presName="compNode" presStyleCnt="0"/>
      <dgm:spPr/>
    </dgm:pt>
    <dgm:pt modelId="{AC3B35E5-69B6-43DD-932E-078BF4A9F89E}" type="pres">
      <dgm:prSet presAssocID="{439E0899-F4D0-4A68-9A08-BC3AD4262526}" presName="iconBgRect" presStyleLbl="bgShp" presStyleIdx="4" presStyleCnt="6"/>
      <dgm:spPr/>
    </dgm:pt>
    <dgm:pt modelId="{F658CE04-FD84-43A0-A79E-C6209CFB8948}" type="pres">
      <dgm:prSet presAssocID="{439E0899-F4D0-4A68-9A08-BC3AD426252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4A83FE4-3EE2-4012-A297-4898067D80B1}" type="pres">
      <dgm:prSet presAssocID="{439E0899-F4D0-4A68-9A08-BC3AD4262526}" presName="spaceRect" presStyleCnt="0"/>
      <dgm:spPr/>
    </dgm:pt>
    <dgm:pt modelId="{B8F09791-D710-4D68-BD63-A9BCC3B6FE20}" type="pres">
      <dgm:prSet presAssocID="{439E0899-F4D0-4A68-9A08-BC3AD4262526}" presName="textRect" presStyleLbl="revTx" presStyleIdx="4" presStyleCnt="6">
        <dgm:presLayoutVars>
          <dgm:chMax val="1"/>
          <dgm:chPref val="1"/>
        </dgm:presLayoutVars>
      </dgm:prSet>
      <dgm:spPr/>
    </dgm:pt>
    <dgm:pt modelId="{C50397E9-B0B5-411D-A5C2-7BCE12ADFD38}" type="pres">
      <dgm:prSet presAssocID="{CD6241C3-812A-498C-8321-2C4DB3439C6F}" presName="sibTrans" presStyleCnt="0"/>
      <dgm:spPr/>
    </dgm:pt>
    <dgm:pt modelId="{4FF082D9-CFAD-4BC9-A424-B54131F1E474}" type="pres">
      <dgm:prSet presAssocID="{9DEC13A8-6DE5-4BC9-97E6-A0628290227D}" presName="compNode" presStyleCnt="0"/>
      <dgm:spPr/>
    </dgm:pt>
    <dgm:pt modelId="{F841573D-5C82-48FE-B923-9683DE1ED03D}" type="pres">
      <dgm:prSet presAssocID="{9DEC13A8-6DE5-4BC9-97E6-A0628290227D}" presName="iconBgRect" presStyleLbl="bgShp" presStyleIdx="5" presStyleCnt="6"/>
      <dgm:spPr/>
    </dgm:pt>
    <dgm:pt modelId="{BC7558F6-CB8F-44FF-AFB6-D6E177273A10}" type="pres">
      <dgm:prSet presAssocID="{9DEC13A8-6DE5-4BC9-97E6-A0628290227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1746874C-7033-4F38-8F15-7C6145A4EBA5}" type="pres">
      <dgm:prSet presAssocID="{9DEC13A8-6DE5-4BC9-97E6-A0628290227D}" presName="spaceRect" presStyleCnt="0"/>
      <dgm:spPr/>
    </dgm:pt>
    <dgm:pt modelId="{18F0DA2A-1B92-42A1-A274-36B9323146A2}" type="pres">
      <dgm:prSet presAssocID="{9DEC13A8-6DE5-4BC9-97E6-A0628290227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CBC9010-0D55-45C0-B6AC-1FB1FC40DB78}" type="presOf" srcId="{6528A12C-0BF1-4669-813E-D6FA21E4DBE0}" destId="{11E1449D-1121-4B32-8188-A34E5AFC015E}" srcOrd="0" destOrd="0" presId="urn:microsoft.com/office/officeart/2018/5/layout/IconCircleLabelList"/>
    <dgm:cxn modelId="{0F9B4D12-72B3-4432-888A-5057064B389E}" srcId="{F60DA922-2C95-4CAC-95EB-B8CA47003A53}" destId="{6528A12C-0BF1-4669-813E-D6FA21E4DBE0}" srcOrd="3" destOrd="0" parTransId="{4738B768-17E5-4905-AEE3-4932F3DE2EEB}" sibTransId="{D8748B46-9874-4F48-955C-82D5089BFA80}"/>
    <dgm:cxn modelId="{1B043326-7A22-4A3B-863D-4D07E5B2ACD0}" type="presOf" srcId="{45F91A50-1206-4706-9EA7-187EB0D6905D}" destId="{71DACD6E-0354-4714-84E3-F83162CFCB77}" srcOrd="0" destOrd="0" presId="urn:microsoft.com/office/officeart/2018/5/layout/IconCircleLabelList"/>
    <dgm:cxn modelId="{8378AF3F-625B-4775-957B-6ABF13688B45}" type="presOf" srcId="{F60DA922-2C95-4CAC-95EB-B8CA47003A53}" destId="{9A678C71-DC4B-4B7D-BD9A-0DFA52B16F22}" srcOrd="0" destOrd="0" presId="urn:microsoft.com/office/officeart/2018/5/layout/IconCircleLabelList"/>
    <dgm:cxn modelId="{DF0EC93F-D883-48B9-8041-BF41B9A47B07}" srcId="{F60DA922-2C95-4CAC-95EB-B8CA47003A53}" destId="{2F5DEAB2-F0B0-41E8-90FB-8ACCE0610F4C}" srcOrd="2" destOrd="0" parTransId="{C2F7854B-B2DB-4D52-A7BB-3D074652E46B}" sibTransId="{7C903DB7-5342-4B2C-A2DB-0E4318D38C1A}"/>
    <dgm:cxn modelId="{20EF6B62-AC2F-4DBD-8E19-ECDBF942DC4A}" srcId="{F60DA922-2C95-4CAC-95EB-B8CA47003A53}" destId="{9DEC13A8-6DE5-4BC9-97E6-A0628290227D}" srcOrd="5" destOrd="0" parTransId="{08C263F8-8191-4E8A-A719-7137F86DCB6D}" sibTransId="{C3E5BD52-9E5B-4775-9E3E-9FAF0EF833AB}"/>
    <dgm:cxn modelId="{54D6C467-D17E-4182-A5EA-0140D859CCAE}" srcId="{F60DA922-2C95-4CAC-95EB-B8CA47003A53}" destId="{439E0899-F4D0-4A68-9A08-BC3AD4262526}" srcOrd="4" destOrd="0" parTransId="{6B0C98FF-395F-458B-81FD-92386568471B}" sibTransId="{CD6241C3-812A-498C-8321-2C4DB3439C6F}"/>
    <dgm:cxn modelId="{6B09DFA5-0D32-4026-85DC-6F157148FDC1}" type="presOf" srcId="{2F5DEAB2-F0B0-41E8-90FB-8ACCE0610F4C}" destId="{E5B5268F-69C1-4393-A961-B8BC33AF076E}" srcOrd="0" destOrd="0" presId="urn:microsoft.com/office/officeart/2018/5/layout/IconCircleLabelList"/>
    <dgm:cxn modelId="{2C05EFAC-D1BE-4B0B-988A-ABA888FBFA12}" type="presOf" srcId="{439E0899-F4D0-4A68-9A08-BC3AD4262526}" destId="{B8F09791-D710-4D68-BD63-A9BCC3B6FE20}" srcOrd="0" destOrd="0" presId="urn:microsoft.com/office/officeart/2018/5/layout/IconCircleLabelList"/>
    <dgm:cxn modelId="{3EC97EAE-E91A-4885-A13F-BABDCA6938BB}" srcId="{F60DA922-2C95-4CAC-95EB-B8CA47003A53}" destId="{065EC231-515E-4C52-B68B-F6139F3235FB}" srcOrd="0" destOrd="0" parTransId="{D57548E7-38D1-4A9E-829E-3D7A5D9EB8D5}" sibTransId="{5A3DE230-23AA-418D-B21F-05410371A52C}"/>
    <dgm:cxn modelId="{E4FA5AB7-503A-4A13-AB90-AE4D17879ED8}" type="presOf" srcId="{9DEC13A8-6DE5-4BC9-97E6-A0628290227D}" destId="{18F0DA2A-1B92-42A1-A274-36B9323146A2}" srcOrd="0" destOrd="0" presId="urn:microsoft.com/office/officeart/2018/5/layout/IconCircleLabelList"/>
    <dgm:cxn modelId="{F95F8CB9-28C5-4104-B5D8-3841DE32F464}" srcId="{F60DA922-2C95-4CAC-95EB-B8CA47003A53}" destId="{45F91A50-1206-4706-9EA7-187EB0D6905D}" srcOrd="1" destOrd="0" parTransId="{F877EBC2-09DD-49C1-9417-4B38ADC052D9}" sibTransId="{56EF688E-FD45-45D6-A588-901A441D4123}"/>
    <dgm:cxn modelId="{45CCCDBA-DC44-472F-9C5C-83CDC7711F0E}" type="presOf" srcId="{065EC231-515E-4C52-B68B-F6139F3235FB}" destId="{C90B82F3-EBB0-4056-80C7-D57AE560CE45}" srcOrd="0" destOrd="0" presId="urn:microsoft.com/office/officeart/2018/5/layout/IconCircleLabelList"/>
    <dgm:cxn modelId="{0E060901-D6E3-4C3F-BB91-B1D228066B29}" type="presParOf" srcId="{9A678C71-DC4B-4B7D-BD9A-0DFA52B16F22}" destId="{2B958CFF-C477-42FA-8B42-1E19AF6DB63B}" srcOrd="0" destOrd="0" presId="urn:microsoft.com/office/officeart/2018/5/layout/IconCircleLabelList"/>
    <dgm:cxn modelId="{7EEC3A6D-290F-4A22-B5BF-D2E7BAE9BC6E}" type="presParOf" srcId="{2B958CFF-C477-42FA-8B42-1E19AF6DB63B}" destId="{EBFF8C71-6FEB-4839-84BA-A0CB87AE1676}" srcOrd="0" destOrd="0" presId="urn:microsoft.com/office/officeart/2018/5/layout/IconCircleLabelList"/>
    <dgm:cxn modelId="{84DFFB84-1B4E-4677-B43F-0E0DFD752ADD}" type="presParOf" srcId="{2B958CFF-C477-42FA-8B42-1E19AF6DB63B}" destId="{8D1DBF5E-4A07-4012-BF70-FCF9EDD2FF68}" srcOrd="1" destOrd="0" presId="urn:microsoft.com/office/officeart/2018/5/layout/IconCircleLabelList"/>
    <dgm:cxn modelId="{4834D556-55EC-4916-86C7-F95EB23264B4}" type="presParOf" srcId="{2B958CFF-C477-42FA-8B42-1E19AF6DB63B}" destId="{48FCF7E5-D87B-43FB-A6CA-88477C932D6D}" srcOrd="2" destOrd="0" presId="urn:microsoft.com/office/officeart/2018/5/layout/IconCircleLabelList"/>
    <dgm:cxn modelId="{FF2A320A-CF0D-4FBD-925E-6B20F3D1BEC2}" type="presParOf" srcId="{2B958CFF-C477-42FA-8B42-1E19AF6DB63B}" destId="{C90B82F3-EBB0-4056-80C7-D57AE560CE45}" srcOrd="3" destOrd="0" presId="urn:microsoft.com/office/officeart/2018/5/layout/IconCircleLabelList"/>
    <dgm:cxn modelId="{90F96D29-B79A-415A-8ED5-E39A8AEFFCA4}" type="presParOf" srcId="{9A678C71-DC4B-4B7D-BD9A-0DFA52B16F22}" destId="{05A9FC7D-E4D8-4CA2-BD22-33AC8BA84972}" srcOrd="1" destOrd="0" presId="urn:microsoft.com/office/officeart/2018/5/layout/IconCircleLabelList"/>
    <dgm:cxn modelId="{E0ED71D6-CB5E-440B-A717-0BCEB15A3152}" type="presParOf" srcId="{9A678C71-DC4B-4B7D-BD9A-0DFA52B16F22}" destId="{3008137D-75E3-451A-BF16-850A51DECB1F}" srcOrd="2" destOrd="0" presId="urn:microsoft.com/office/officeart/2018/5/layout/IconCircleLabelList"/>
    <dgm:cxn modelId="{24B2C6BE-C102-4A32-B899-626658F5F0A2}" type="presParOf" srcId="{3008137D-75E3-451A-BF16-850A51DECB1F}" destId="{445C2DE2-AA64-43B1-88B3-34343825272D}" srcOrd="0" destOrd="0" presId="urn:microsoft.com/office/officeart/2018/5/layout/IconCircleLabelList"/>
    <dgm:cxn modelId="{54601FE5-AD68-41B7-97EE-1676EC7C9CB4}" type="presParOf" srcId="{3008137D-75E3-451A-BF16-850A51DECB1F}" destId="{BD09F30B-508F-4C4D-A4A1-EA62E8A9C4C1}" srcOrd="1" destOrd="0" presId="urn:microsoft.com/office/officeart/2018/5/layout/IconCircleLabelList"/>
    <dgm:cxn modelId="{C31F00EE-A548-452E-9AA1-0C1DEF90830D}" type="presParOf" srcId="{3008137D-75E3-451A-BF16-850A51DECB1F}" destId="{9619E7E8-9C10-4A4D-BBF6-FCB5102A9F04}" srcOrd="2" destOrd="0" presId="urn:microsoft.com/office/officeart/2018/5/layout/IconCircleLabelList"/>
    <dgm:cxn modelId="{12E2C707-2068-4382-9B6E-3C5D5FE5F464}" type="presParOf" srcId="{3008137D-75E3-451A-BF16-850A51DECB1F}" destId="{71DACD6E-0354-4714-84E3-F83162CFCB77}" srcOrd="3" destOrd="0" presId="urn:microsoft.com/office/officeart/2018/5/layout/IconCircleLabelList"/>
    <dgm:cxn modelId="{D0AE3799-884F-425D-B6C6-C83E04AD10F4}" type="presParOf" srcId="{9A678C71-DC4B-4B7D-BD9A-0DFA52B16F22}" destId="{936D9151-4070-4D6F-BAA3-C637D5EB6CFD}" srcOrd="3" destOrd="0" presId="urn:microsoft.com/office/officeart/2018/5/layout/IconCircleLabelList"/>
    <dgm:cxn modelId="{C336AD21-E501-4C33-9E30-6EDF34E6B91B}" type="presParOf" srcId="{9A678C71-DC4B-4B7D-BD9A-0DFA52B16F22}" destId="{56302129-318F-40A6-810F-005DF07B207C}" srcOrd="4" destOrd="0" presId="urn:microsoft.com/office/officeart/2018/5/layout/IconCircleLabelList"/>
    <dgm:cxn modelId="{36A89FEB-36FB-447E-AB69-9E082B2B9B8C}" type="presParOf" srcId="{56302129-318F-40A6-810F-005DF07B207C}" destId="{8622FA01-AE41-465F-9358-E1800DC88A98}" srcOrd="0" destOrd="0" presId="urn:microsoft.com/office/officeart/2018/5/layout/IconCircleLabelList"/>
    <dgm:cxn modelId="{E92A1A8F-CB1C-43F3-8DD5-9FEC67607CAE}" type="presParOf" srcId="{56302129-318F-40A6-810F-005DF07B207C}" destId="{70B5646A-33C3-444C-B76E-1CFABC989631}" srcOrd="1" destOrd="0" presId="urn:microsoft.com/office/officeart/2018/5/layout/IconCircleLabelList"/>
    <dgm:cxn modelId="{161B8084-1D73-48B1-B256-EFB42A01BA6A}" type="presParOf" srcId="{56302129-318F-40A6-810F-005DF07B207C}" destId="{CE33243B-BCC7-409A-A3E0-646887B18DF0}" srcOrd="2" destOrd="0" presId="urn:microsoft.com/office/officeart/2018/5/layout/IconCircleLabelList"/>
    <dgm:cxn modelId="{EEC51EBA-C184-4DEE-AC20-6D0B49024B7A}" type="presParOf" srcId="{56302129-318F-40A6-810F-005DF07B207C}" destId="{E5B5268F-69C1-4393-A961-B8BC33AF076E}" srcOrd="3" destOrd="0" presId="urn:microsoft.com/office/officeart/2018/5/layout/IconCircleLabelList"/>
    <dgm:cxn modelId="{1F0FC6F1-9D1C-47ED-B4EA-6A39320DD0E4}" type="presParOf" srcId="{9A678C71-DC4B-4B7D-BD9A-0DFA52B16F22}" destId="{8DC1D6E2-8486-4E68-B76E-0DABCBC68F22}" srcOrd="5" destOrd="0" presId="urn:microsoft.com/office/officeart/2018/5/layout/IconCircleLabelList"/>
    <dgm:cxn modelId="{9BB5AE28-812C-4D62-8E09-B4DA87C4EAAA}" type="presParOf" srcId="{9A678C71-DC4B-4B7D-BD9A-0DFA52B16F22}" destId="{40454D16-E001-486C-A06E-C6EDED408093}" srcOrd="6" destOrd="0" presId="urn:microsoft.com/office/officeart/2018/5/layout/IconCircleLabelList"/>
    <dgm:cxn modelId="{44EA325C-0159-444F-AA74-0C89E309E759}" type="presParOf" srcId="{40454D16-E001-486C-A06E-C6EDED408093}" destId="{0B9977BB-E72B-41CD-A8FE-6FB8C6AE0757}" srcOrd="0" destOrd="0" presId="urn:microsoft.com/office/officeart/2018/5/layout/IconCircleLabelList"/>
    <dgm:cxn modelId="{47E5E1AF-FE74-406D-8D49-BF27F455FD59}" type="presParOf" srcId="{40454D16-E001-486C-A06E-C6EDED408093}" destId="{8C9D66C0-029F-4D00-B700-60AAD640054B}" srcOrd="1" destOrd="0" presId="urn:microsoft.com/office/officeart/2018/5/layout/IconCircleLabelList"/>
    <dgm:cxn modelId="{B5E7252D-CEE4-46ED-BD6D-850CF643BDCC}" type="presParOf" srcId="{40454D16-E001-486C-A06E-C6EDED408093}" destId="{846C581D-F790-45C7-AB8B-589F0C43533E}" srcOrd="2" destOrd="0" presId="urn:microsoft.com/office/officeart/2018/5/layout/IconCircleLabelList"/>
    <dgm:cxn modelId="{82154D46-1A9B-44B2-80A8-14543E4E6F16}" type="presParOf" srcId="{40454D16-E001-486C-A06E-C6EDED408093}" destId="{11E1449D-1121-4B32-8188-A34E5AFC015E}" srcOrd="3" destOrd="0" presId="urn:microsoft.com/office/officeart/2018/5/layout/IconCircleLabelList"/>
    <dgm:cxn modelId="{949D40E8-CECF-41D6-BA48-DDCA7F7FD1D3}" type="presParOf" srcId="{9A678C71-DC4B-4B7D-BD9A-0DFA52B16F22}" destId="{F223072E-408D-4E26-B6C0-D766F2E1C8BA}" srcOrd="7" destOrd="0" presId="urn:microsoft.com/office/officeart/2018/5/layout/IconCircleLabelList"/>
    <dgm:cxn modelId="{B6E926FE-A602-46FD-A4EE-FE0C579D924B}" type="presParOf" srcId="{9A678C71-DC4B-4B7D-BD9A-0DFA52B16F22}" destId="{AFC46649-137C-4F73-8AF3-1C6BE70F9AB4}" srcOrd="8" destOrd="0" presId="urn:microsoft.com/office/officeart/2018/5/layout/IconCircleLabelList"/>
    <dgm:cxn modelId="{9CC0C450-D281-45BA-AB2B-33E47B5C1187}" type="presParOf" srcId="{AFC46649-137C-4F73-8AF3-1C6BE70F9AB4}" destId="{AC3B35E5-69B6-43DD-932E-078BF4A9F89E}" srcOrd="0" destOrd="0" presId="urn:microsoft.com/office/officeart/2018/5/layout/IconCircleLabelList"/>
    <dgm:cxn modelId="{5E332922-FD6C-4DB1-B5B6-48BFB69F4D9F}" type="presParOf" srcId="{AFC46649-137C-4F73-8AF3-1C6BE70F9AB4}" destId="{F658CE04-FD84-43A0-A79E-C6209CFB8948}" srcOrd="1" destOrd="0" presId="urn:microsoft.com/office/officeart/2018/5/layout/IconCircleLabelList"/>
    <dgm:cxn modelId="{577DD156-DCF3-45C8-A88F-7530919A5138}" type="presParOf" srcId="{AFC46649-137C-4F73-8AF3-1C6BE70F9AB4}" destId="{54A83FE4-3EE2-4012-A297-4898067D80B1}" srcOrd="2" destOrd="0" presId="urn:microsoft.com/office/officeart/2018/5/layout/IconCircleLabelList"/>
    <dgm:cxn modelId="{CA47A77B-2881-477F-8A02-A6FADA4548A7}" type="presParOf" srcId="{AFC46649-137C-4F73-8AF3-1C6BE70F9AB4}" destId="{B8F09791-D710-4D68-BD63-A9BCC3B6FE20}" srcOrd="3" destOrd="0" presId="urn:microsoft.com/office/officeart/2018/5/layout/IconCircleLabelList"/>
    <dgm:cxn modelId="{537D1BE5-8BD0-45ED-BE61-7A79AF2BA2E4}" type="presParOf" srcId="{9A678C71-DC4B-4B7D-BD9A-0DFA52B16F22}" destId="{C50397E9-B0B5-411D-A5C2-7BCE12ADFD38}" srcOrd="9" destOrd="0" presId="urn:microsoft.com/office/officeart/2018/5/layout/IconCircleLabelList"/>
    <dgm:cxn modelId="{5A49563E-5952-438D-9453-7BDA94098831}" type="presParOf" srcId="{9A678C71-DC4B-4B7D-BD9A-0DFA52B16F22}" destId="{4FF082D9-CFAD-4BC9-A424-B54131F1E474}" srcOrd="10" destOrd="0" presId="urn:microsoft.com/office/officeart/2018/5/layout/IconCircleLabelList"/>
    <dgm:cxn modelId="{C48050AC-06EB-4EB3-B3B7-9EE70368754E}" type="presParOf" srcId="{4FF082D9-CFAD-4BC9-A424-B54131F1E474}" destId="{F841573D-5C82-48FE-B923-9683DE1ED03D}" srcOrd="0" destOrd="0" presId="urn:microsoft.com/office/officeart/2018/5/layout/IconCircleLabelList"/>
    <dgm:cxn modelId="{AC052B5E-897C-4AAF-977E-47FE4D5EC59D}" type="presParOf" srcId="{4FF082D9-CFAD-4BC9-A424-B54131F1E474}" destId="{BC7558F6-CB8F-44FF-AFB6-D6E177273A10}" srcOrd="1" destOrd="0" presId="urn:microsoft.com/office/officeart/2018/5/layout/IconCircleLabelList"/>
    <dgm:cxn modelId="{228A10A1-4001-492D-800B-D6E9829D083D}" type="presParOf" srcId="{4FF082D9-CFAD-4BC9-A424-B54131F1E474}" destId="{1746874C-7033-4F38-8F15-7C6145A4EBA5}" srcOrd="2" destOrd="0" presId="urn:microsoft.com/office/officeart/2018/5/layout/IconCircleLabelList"/>
    <dgm:cxn modelId="{32E7315C-6583-44FF-AA15-47E3BEEE0BDC}" type="presParOf" srcId="{4FF082D9-CFAD-4BC9-A424-B54131F1E474}" destId="{18F0DA2A-1B92-42A1-A274-36B9323146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FBC20E-575B-4EF8-959E-E66EE481E8F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30C3B47-3BA1-4F54-BB92-141A50070138}">
      <dgm:prSet/>
      <dgm:spPr/>
      <dgm:t>
        <a:bodyPr/>
        <a:lstStyle/>
        <a:p>
          <a:pPr>
            <a:defRPr cap="all"/>
          </a:pPr>
          <a:r>
            <a:rPr lang="en-US"/>
            <a:t>• Manual vehicle data entry consumes more time and resources.</a:t>
          </a:r>
        </a:p>
      </dgm:t>
    </dgm:pt>
    <dgm:pt modelId="{9B264B7E-6F6F-49D7-9894-6EED4763D924}" type="parTrans" cxnId="{EC010B35-C96A-40FA-9FE9-856E15365094}">
      <dgm:prSet/>
      <dgm:spPr/>
      <dgm:t>
        <a:bodyPr/>
        <a:lstStyle/>
        <a:p>
          <a:endParaRPr lang="en-US"/>
        </a:p>
      </dgm:t>
    </dgm:pt>
    <dgm:pt modelId="{502D10C8-5927-4CAF-B194-8DBAF08019B8}" type="sibTrans" cxnId="{EC010B35-C96A-40FA-9FE9-856E15365094}">
      <dgm:prSet/>
      <dgm:spPr/>
      <dgm:t>
        <a:bodyPr/>
        <a:lstStyle/>
        <a:p>
          <a:endParaRPr lang="en-US"/>
        </a:p>
      </dgm:t>
    </dgm:pt>
    <dgm:pt modelId="{330E7345-AD22-4205-81B5-650BAEC6216E}">
      <dgm:prSet/>
      <dgm:spPr/>
      <dgm:t>
        <a:bodyPr/>
        <a:lstStyle/>
        <a:p>
          <a:pPr>
            <a:defRPr cap="all"/>
          </a:pPr>
          <a:r>
            <a:rPr lang="en-US"/>
            <a:t>• Human errors can occur while recording vehicle information.</a:t>
          </a:r>
        </a:p>
      </dgm:t>
    </dgm:pt>
    <dgm:pt modelId="{1250A018-8BF5-4FC4-9AEB-8E978D3134B3}" type="parTrans" cxnId="{46651174-C071-43FE-9E86-29ACCE15E558}">
      <dgm:prSet/>
      <dgm:spPr/>
      <dgm:t>
        <a:bodyPr/>
        <a:lstStyle/>
        <a:p>
          <a:endParaRPr lang="en-US"/>
        </a:p>
      </dgm:t>
    </dgm:pt>
    <dgm:pt modelId="{EA1ABC0A-96D4-49F4-A609-7AE7A7F2615E}" type="sibTrans" cxnId="{46651174-C071-43FE-9E86-29ACCE15E558}">
      <dgm:prSet/>
      <dgm:spPr/>
      <dgm:t>
        <a:bodyPr/>
        <a:lstStyle/>
        <a:p>
          <a:endParaRPr lang="en-US"/>
        </a:p>
      </dgm:t>
    </dgm:pt>
    <dgm:pt modelId="{B1FF5F11-9CBE-49FF-BEA5-58B33C8E8052}">
      <dgm:prSet/>
      <dgm:spPr/>
      <dgm:t>
        <a:bodyPr/>
        <a:lstStyle/>
        <a:p>
          <a:pPr>
            <a:defRPr cap="all"/>
          </a:pPr>
          <a:r>
            <a:rPr lang="en-US"/>
            <a:t>• Managing a large number of vehicles manually is difficult.</a:t>
          </a:r>
        </a:p>
      </dgm:t>
    </dgm:pt>
    <dgm:pt modelId="{9C0B61CA-C407-41F3-B88B-6D730108022C}" type="parTrans" cxnId="{FE0FBF2E-F103-4E53-95F5-3DA2C4B54FC2}">
      <dgm:prSet/>
      <dgm:spPr/>
      <dgm:t>
        <a:bodyPr/>
        <a:lstStyle/>
        <a:p>
          <a:endParaRPr lang="en-US"/>
        </a:p>
      </dgm:t>
    </dgm:pt>
    <dgm:pt modelId="{832D58A6-B508-4EB5-B908-341A0FACC1C8}" type="sibTrans" cxnId="{FE0FBF2E-F103-4E53-95F5-3DA2C4B54FC2}">
      <dgm:prSet/>
      <dgm:spPr/>
      <dgm:t>
        <a:bodyPr/>
        <a:lstStyle/>
        <a:p>
          <a:endParaRPr lang="en-US"/>
        </a:p>
      </dgm:t>
    </dgm:pt>
    <dgm:pt modelId="{A70F3701-4D73-4DE7-9FE7-ECD5F7E5B3F5}">
      <dgm:prSet/>
      <dgm:spPr/>
      <dgm:t>
        <a:bodyPr/>
        <a:lstStyle/>
        <a:p>
          <a:pPr>
            <a:defRPr cap="all"/>
          </a:pPr>
          <a:r>
            <a:rPr lang="en-US"/>
            <a:t>• Traditional methods provide lower efficiency and accuracy.</a:t>
          </a:r>
        </a:p>
      </dgm:t>
    </dgm:pt>
    <dgm:pt modelId="{D5298F37-0865-4C9D-A089-3595DE7868F7}" type="parTrans" cxnId="{7D3B1813-4756-4C5D-AA1C-B0DBB81CDF73}">
      <dgm:prSet/>
      <dgm:spPr/>
      <dgm:t>
        <a:bodyPr/>
        <a:lstStyle/>
        <a:p>
          <a:endParaRPr lang="en-US"/>
        </a:p>
      </dgm:t>
    </dgm:pt>
    <dgm:pt modelId="{DBD67608-24DE-4E9E-9FAB-639A763AE0BD}" type="sibTrans" cxnId="{7D3B1813-4756-4C5D-AA1C-B0DBB81CDF73}">
      <dgm:prSet/>
      <dgm:spPr/>
      <dgm:t>
        <a:bodyPr/>
        <a:lstStyle/>
        <a:p>
          <a:endParaRPr lang="en-US"/>
        </a:p>
      </dgm:t>
    </dgm:pt>
    <dgm:pt modelId="{19871DD3-7904-4114-85DA-33094BB6891A}">
      <dgm:prSet/>
      <dgm:spPr/>
      <dgm:t>
        <a:bodyPr/>
        <a:lstStyle/>
        <a:p>
          <a:pPr>
            <a:defRPr cap="all"/>
          </a:pPr>
          <a:r>
            <a:rPr lang="en-US"/>
            <a:t>• There is a need for an automated recognition system.</a:t>
          </a:r>
        </a:p>
      </dgm:t>
    </dgm:pt>
    <dgm:pt modelId="{E67DBBFE-5185-4FAA-AF09-DFEE6B34338D}" type="parTrans" cxnId="{9D623654-37DD-4C51-B179-9B17C1799E15}">
      <dgm:prSet/>
      <dgm:spPr/>
      <dgm:t>
        <a:bodyPr/>
        <a:lstStyle/>
        <a:p>
          <a:endParaRPr lang="en-US"/>
        </a:p>
      </dgm:t>
    </dgm:pt>
    <dgm:pt modelId="{8EE36E09-56A7-46BA-9449-40678A4F4CB6}" type="sibTrans" cxnId="{9D623654-37DD-4C51-B179-9B17C1799E15}">
      <dgm:prSet/>
      <dgm:spPr/>
      <dgm:t>
        <a:bodyPr/>
        <a:lstStyle/>
        <a:p>
          <a:endParaRPr lang="en-US"/>
        </a:p>
      </dgm:t>
    </dgm:pt>
    <dgm:pt modelId="{83B0154F-8839-47D2-948F-52D8DF634A23}">
      <dgm:prSet/>
      <dgm:spPr/>
      <dgm:t>
        <a:bodyPr/>
        <a:lstStyle/>
        <a:p>
          <a:pPr>
            <a:defRPr cap="all"/>
          </a:pPr>
          <a:r>
            <a:rPr lang="en-US"/>
            <a:t>• The project aims to simplify vehicle identification.</a:t>
          </a:r>
        </a:p>
      </dgm:t>
    </dgm:pt>
    <dgm:pt modelId="{DD03CA4D-65FD-466D-BD7E-669837B486C5}" type="parTrans" cxnId="{92D8F057-A707-4E75-BB91-540F6A4E00B6}">
      <dgm:prSet/>
      <dgm:spPr/>
      <dgm:t>
        <a:bodyPr/>
        <a:lstStyle/>
        <a:p>
          <a:endParaRPr lang="en-US"/>
        </a:p>
      </dgm:t>
    </dgm:pt>
    <dgm:pt modelId="{45DA5253-5664-40E2-95C8-CAEE6B032A16}" type="sibTrans" cxnId="{92D8F057-A707-4E75-BB91-540F6A4E00B6}">
      <dgm:prSet/>
      <dgm:spPr/>
      <dgm:t>
        <a:bodyPr/>
        <a:lstStyle/>
        <a:p>
          <a:endParaRPr lang="en-US"/>
        </a:p>
      </dgm:t>
    </dgm:pt>
    <dgm:pt modelId="{824B81BC-73D9-413C-BA87-EB6DB89F77FB}" type="pres">
      <dgm:prSet presAssocID="{ACFBC20E-575B-4EF8-959E-E66EE481E8FA}" presName="root" presStyleCnt="0">
        <dgm:presLayoutVars>
          <dgm:dir/>
          <dgm:resizeHandles val="exact"/>
        </dgm:presLayoutVars>
      </dgm:prSet>
      <dgm:spPr/>
    </dgm:pt>
    <dgm:pt modelId="{FD316794-1AD1-4A31-8306-22B1D5C05D14}" type="pres">
      <dgm:prSet presAssocID="{130C3B47-3BA1-4F54-BB92-141A50070138}" presName="compNode" presStyleCnt="0"/>
      <dgm:spPr/>
    </dgm:pt>
    <dgm:pt modelId="{6B3CD6C1-A1F0-48C2-BBE9-23716EC54C98}" type="pres">
      <dgm:prSet presAssocID="{130C3B47-3BA1-4F54-BB92-141A50070138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7DFD630-85FE-4792-B4DF-4DE3727C9625}" type="pres">
      <dgm:prSet presAssocID="{130C3B47-3BA1-4F54-BB92-141A5007013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81CD00FD-AE78-44D7-855A-8F4CD1BB05E6}" type="pres">
      <dgm:prSet presAssocID="{130C3B47-3BA1-4F54-BB92-141A50070138}" presName="spaceRect" presStyleCnt="0"/>
      <dgm:spPr/>
    </dgm:pt>
    <dgm:pt modelId="{3A8213BE-85EF-4790-9CB9-0E6F31E2EAB9}" type="pres">
      <dgm:prSet presAssocID="{130C3B47-3BA1-4F54-BB92-141A50070138}" presName="textRect" presStyleLbl="revTx" presStyleIdx="0" presStyleCnt="6">
        <dgm:presLayoutVars>
          <dgm:chMax val="1"/>
          <dgm:chPref val="1"/>
        </dgm:presLayoutVars>
      </dgm:prSet>
      <dgm:spPr/>
    </dgm:pt>
    <dgm:pt modelId="{3F55889B-8D92-4F80-91EA-CE1641675379}" type="pres">
      <dgm:prSet presAssocID="{502D10C8-5927-4CAF-B194-8DBAF08019B8}" presName="sibTrans" presStyleCnt="0"/>
      <dgm:spPr/>
    </dgm:pt>
    <dgm:pt modelId="{813CD27B-C789-44B8-B308-943AF784D178}" type="pres">
      <dgm:prSet presAssocID="{330E7345-AD22-4205-81B5-650BAEC6216E}" presName="compNode" presStyleCnt="0"/>
      <dgm:spPr/>
    </dgm:pt>
    <dgm:pt modelId="{494920B5-05F3-4AC9-B39E-797752357819}" type="pres">
      <dgm:prSet presAssocID="{330E7345-AD22-4205-81B5-650BAEC6216E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0014BCF-8F22-4754-9298-2A776D7C9213}" type="pres">
      <dgm:prSet presAssocID="{330E7345-AD22-4205-81B5-650BAEC6216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0C407F74-3EB8-4CC0-827C-823CF92F17EB}" type="pres">
      <dgm:prSet presAssocID="{330E7345-AD22-4205-81B5-650BAEC6216E}" presName="spaceRect" presStyleCnt="0"/>
      <dgm:spPr/>
    </dgm:pt>
    <dgm:pt modelId="{07C81043-7F33-42F7-8B7F-452C3753A3F5}" type="pres">
      <dgm:prSet presAssocID="{330E7345-AD22-4205-81B5-650BAEC6216E}" presName="textRect" presStyleLbl="revTx" presStyleIdx="1" presStyleCnt="6">
        <dgm:presLayoutVars>
          <dgm:chMax val="1"/>
          <dgm:chPref val="1"/>
        </dgm:presLayoutVars>
      </dgm:prSet>
      <dgm:spPr/>
    </dgm:pt>
    <dgm:pt modelId="{A8724DB5-84A2-4823-AAE8-5DE211D5CB6E}" type="pres">
      <dgm:prSet presAssocID="{EA1ABC0A-96D4-49F4-A609-7AE7A7F2615E}" presName="sibTrans" presStyleCnt="0"/>
      <dgm:spPr/>
    </dgm:pt>
    <dgm:pt modelId="{E8DB6CDE-4105-470C-89E7-C19D200B3850}" type="pres">
      <dgm:prSet presAssocID="{B1FF5F11-9CBE-49FF-BEA5-58B33C8E8052}" presName="compNode" presStyleCnt="0"/>
      <dgm:spPr/>
    </dgm:pt>
    <dgm:pt modelId="{29901D5C-BB4E-435D-B6F1-74B29D7483F5}" type="pres">
      <dgm:prSet presAssocID="{B1FF5F11-9CBE-49FF-BEA5-58B33C8E8052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D81EB3B-6EF5-4D29-8D73-A83E0C38971A}" type="pres">
      <dgm:prSet presAssocID="{B1FF5F11-9CBE-49FF-BEA5-58B33C8E805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CB00E4B4-0975-4EAA-BCDE-11AD39A36C09}" type="pres">
      <dgm:prSet presAssocID="{B1FF5F11-9CBE-49FF-BEA5-58B33C8E8052}" presName="spaceRect" presStyleCnt="0"/>
      <dgm:spPr/>
    </dgm:pt>
    <dgm:pt modelId="{5F018678-D44F-4AE2-AB4C-C555B7BB96D4}" type="pres">
      <dgm:prSet presAssocID="{B1FF5F11-9CBE-49FF-BEA5-58B33C8E8052}" presName="textRect" presStyleLbl="revTx" presStyleIdx="2" presStyleCnt="6">
        <dgm:presLayoutVars>
          <dgm:chMax val="1"/>
          <dgm:chPref val="1"/>
        </dgm:presLayoutVars>
      </dgm:prSet>
      <dgm:spPr/>
    </dgm:pt>
    <dgm:pt modelId="{B504D863-DC11-4F51-A6C5-CD7F4E6E08C5}" type="pres">
      <dgm:prSet presAssocID="{832D58A6-B508-4EB5-B908-341A0FACC1C8}" presName="sibTrans" presStyleCnt="0"/>
      <dgm:spPr/>
    </dgm:pt>
    <dgm:pt modelId="{2E7DC895-477C-4B6E-8478-7A44ECECB8EA}" type="pres">
      <dgm:prSet presAssocID="{A70F3701-4D73-4DE7-9FE7-ECD5F7E5B3F5}" presName="compNode" presStyleCnt="0"/>
      <dgm:spPr/>
    </dgm:pt>
    <dgm:pt modelId="{AA56BC16-7E92-4D97-B07D-20349256C2BD}" type="pres">
      <dgm:prSet presAssocID="{A70F3701-4D73-4DE7-9FE7-ECD5F7E5B3F5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16EF2F7-57A5-43AE-80D2-B547F5A96063}" type="pres">
      <dgm:prSet presAssocID="{A70F3701-4D73-4DE7-9FE7-ECD5F7E5B3F5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D8586DE-A219-43A5-967D-69C272D79A00}" type="pres">
      <dgm:prSet presAssocID="{A70F3701-4D73-4DE7-9FE7-ECD5F7E5B3F5}" presName="spaceRect" presStyleCnt="0"/>
      <dgm:spPr/>
    </dgm:pt>
    <dgm:pt modelId="{E6CBFAA9-E8A5-40FC-8990-E7259062EB99}" type="pres">
      <dgm:prSet presAssocID="{A70F3701-4D73-4DE7-9FE7-ECD5F7E5B3F5}" presName="textRect" presStyleLbl="revTx" presStyleIdx="3" presStyleCnt="6">
        <dgm:presLayoutVars>
          <dgm:chMax val="1"/>
          <dgm:chPref val="1"/>
        </dgm:presLayoutVars>
      </dgm:prSet>
      <dgm:spPr/>
    </dgm:pt>
    <dgm:pt modelId="{26C334B6-6BFA-4FC1-9F3A-33058B724632}" type="pres">
      <dgm:prSet presAssocID="{DBD67608-24DE-4E9E-9FAB-639A763AE0BD}" presName="sibTrans" presStyleCnt="0"/>
      <dgm:spPr/>
    </dgm:pt>
    <dgm:pt modelId="{F7AA666B-569F-4DA5-AB16-9796EDEA8CC4}" type="pres">
      <dgm:prSet presAssocID="{19871DD3-7904-4114-85DA-33094BB6891A}" presName="compNode" presStyleCnt="0"/>
      <dgm:spPr/>
    </dgm:pt>
    <dgm:pt modelId="{22E11C18-7E76-4198-998C-9B92FABC6242}" type="pres">
      <dgm:prSet presAssocID="{19871DD3-7904-4114-85DA-33094BB6891A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6980F59-9F3E-49E3-B140-14F9414BB273}" type="pres">
      <dgm:prSet presAssocID="{19871DD3-7904-4114-85DA-33094BB6891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56DAE58-9CC5-401E-81ED-83691684A985}" type="pres">
      <dgm:prSet presAssocID="{19871DD3-7904-4114-85DA-33094BB6891A}" presName="spaceRect" presStyleCnt="0"/>
      <dgm:spPr/>
    </dgm:pt>
    <dgm:pt modelId="{3963AF0C-9BCE-474B-AE61-DA1C33BDF248}" type="pres">
      <dgm:prSet presAssocID="{19871DD3-7904-4114-85DA-33094BB6891A}" presName="textRect" presStyleLbl="revTx" presStyleIdx="4" presStyleCnt="6">
        <dgm:presLayoutVars>
          <dgm:chMax val="1"/>
          <dgm:chPref val="1"/>
        </dgm:presLayoutVars>
      </dgm:prSet>
      <dgm:spPr/>
    </dgm:pt>
    <dgm:pt modelId="{B71CE872-F0F8-498D-82A3-9043D18C58D4}" type="pres">
      <dgm:prSet presAssocID="{8EE36E09-56A7-46BA-9449-40678A4F4CB6}" presName="sibTrans" presStyleCnt="0"/>
      <dgm:spPr/>
    </dgm:pt>
    <dgm:pt modelId="{23618DC2-50F9-497A-A892-F709B9050479}" type="pres">
      <dgm:prSet presAssocID="{83B0154F-8839-47D2-948F-52D8DF634A23}" presName="compNode" presStyleCnt="0"/>
      <dgm:spPr/>
    </dgm:pt>
    <dgm:pt modelId="{34C5CF2A-AD3C-46A0-AF51-DC6B35EF46A8}" type="pres">
      <dgm:prSet presAssocID="{83B0154F-8839-47D2-948F-52D8DF634A23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CEAA0A6-22D3-4007-8541-85F9D972DCB2}" type="pres">
      <dgm:prSet presAssocID="{83B0154F-8839-47D2-948F-52D8DF634A2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19087211-EDD1-48F7-BB1F-84E45C6ED9E3}" type="pres">
      <dgm:prSet presAssocID="{83B0154F-8839-47D2-948F-52D8DF634A23}" presName="spaceRect" presStyleCnt="0"/>
      <dgm:spPr/>
    </dgm:pt>
    <dgm:pt modelId="{4F855C1B-EE06-41C1-9BCB-59AEB4D6C1A3}" type="pres">
      <dgm:prSet presAssocID="{83B0154F-8839-47D2-948F-52D8DF634A2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D3B1813-4756-4C5D-AA1C-B0DBB81CDF73}" srcId="{ACFBC20E-575B-4EF8-959E-E66EE481E8FA}" destId="{A70F3701-4D73-4DE7-9FE7-ECD5F7E5B3F5}" srcOrd="3" destOrd="0" parTransId="{D5298F37-0865-4C9D-A089-3595DE7868F7}" sibTransId="{DBD67608-24DE-4E9E-9FAB-639A763AE0BD}"/>
    <dgm:cxn modelId="{FE0FBF2E-F103-4E53-95F5-3DA2C4B54FC2}" srcId="{ACFBC20E-575B-4EF8-959E-E66EE481E8FA}" destId="{B1FF5F11-9CBE-49FF-BEA5-58B33C8E8052}" srcOrd="2" destOrd="0" parTransId="{9C0B61CA-C407-41F3-B88B-6D730108022C}" sibTransId="{832D58A6-B508-4EB5-B908-341A0FACC1C8}"/>
    <dgm:cxn modelId="{EC010B35-C96A-40FA-9FE9-856E15365094}" srcId="{ACFBC20E-575B-4EF8-959E-E66EE481E8FA}" destId="{130C3B47-3BA1-4F54-BB92-141A50070138}" srcOrd="0" destOrd="0" parTransId="{9B264B7E-6F6F-49D7-9894-6EED4763D924}" sibTransId="{502D10C8-5927-4CAF-B194-8DBAF08019B8}"/>
    <dgm:cxn modelId="{9AB16862-58DA-4504-A672-D4AD0EE860F0}" type="presOf" srcId="{83B0154F-8839-47D2-948F-52D8DF634A23}" destId="{4F855C1B-EE06-41C1-9BCB-59AEB4D6C1A3}" srcOrd="0" destOrd="0" presId="urn:microsoft.com/office/officeart/2018/5/layout/IconLeafLabelList"/>
    <dgm:cxn modelId="{46651174-C071-43FE-9E86-29ACCE15E558}" srcId="{ACFBC20E-575B-4EF8-959E-E66EE481E8FA}" destId="{330E7345-AD22-4205-81B5-650BAEC6216E}" srcOrd="1" destOrd="0" parTransId="{1250A018-8BF5-4FC4-9AEB-8E978D3134B3}" sibTransId="{EA1ABC0A-96D4-49F4-A609-7AE7A7F2615E}"/>
    <dgm:cxn modelId="{9D623654-37DD-4C51-B179-9B17C1799E15}" srcId="{ACFBC20E-575B-4EF8-959E-E66EE481E8FA}" destId="{19871DD3-7904-4114-85DA-33094BB6891A}" srcOrd="4" destOrd="0" parTransId="{E67DBBFE-5185-4FAA-AF09-DFEE6B34338D}" sibTransId="{8EE36E09-56A7-46BA-9449-40678A4F4CB6}"/>
    <dgm:cxn modelId="{92D8F057-A707-4E75-BB91-540F6A4E00B6}" srcId="{ACFBC20E-575B-4EF8-959E-E66EE481E8FA}" destId="{83B0154F-8839-47D2-948F-52D8DF634A23}" srcOrd="5" destOrd="0" parTransId="{DD03CA4D-65FD-466D-BD7E-669837B486C5}" sibTransId="{45DA5253-5664-40E2-95C8-CAEE6B032A16}"/>
    <dgm:cxn modelId="{2AABA387-B569-4A4A-8256-56499A71AE03}" type="presOf" srcId="{330E7345-AD22-4205-81B5-650BAEC6216E}" destId="{07C81043-7F33-42F7-8B7F-452C3753A3F5}" srcOrd="0" destOrd="0" presId="urn:microsoft.com/office/officeart/2018/5/layout/IconLeafLabelList"/>
    <dgm:cxn modelId="{9DC355A1-B4D0-4F6D-A75F-653652854191}" type="presOf" srcId="{130C3B47-3BA1-4F54-BB92-141A50070138}" destId="{3A8213BE-85EF-4790-9CB9-0E6F31E2EAB9}" srcOrd="0" destOrd="0" presId="urn:microsoft.com/office/officeart/2018/5/layout/IconLeafLabelList"/>
    <dgm:cxn modelId="{579509A3-5113-41AD-A9D6-F59D692E785F}" type="presOf" srcId="{B1FF5F11-9CBE-49FF-BEA5-58B33C8E8052}" destId="{5F018678-D44F-4AE2-AB4C-C555B7BB96D4}" srcOrd="0" destOrd="0" presId="urn:microsoft.com/office/officeart/2018/5/layout/IconLeafLabelList"/>
    <dgm:cxn modelId="{324FD5B0-419F-445B-B774-147CACED5B79}" type="presOf" srcId="{19871DD3-7904-4114-85DA-33094BB6891A}" destId="{3963AF0C-9BCE-474B-AE61-DA1C33BDF248}" srcOrd="0" destOrd="0" presId="urn:microsoft.com/office/officeart/2018/5/layout/IconLeafLabelList"/>
    <dgm:cxn modelId="{E086E4CD-0A29-4E20-A05A-360BE38A3822}" type="presOf" srcId="{A70F3701-4D73-4DE7-9FE7-ECD5F7E5B3F5}" destId="{E6CBFAA9-E8A5-40FC-8990-E7259062EB99}" srcOrd="0" destOrd="0" presId="urn:microsoft.com/office/officeart/2018/5/layout/IconLeafLabelList"/>
    <dgm:cxn modelId="{753BCEFE-3E67-45F4-8D4C-42D54503F832}" type="presOf" srcId="{ACFBC20E-575B-4EF8-959E-E66EE481E8FA}" destId="{824B81BC-73D9-413C-BA87-EB6DB89F77FB}" srcOrd="0" destOrd="0" presId="urn:microsoft.com/office/officeart/2018/5/layout/IconLeafLabelList"/>
    <dgm:cxn modelId="{A027F580-2644-4457-9D35-7EB98C44EAF1}" type="presParOf" srcId="{824B81BC-73D9-413C-BA87-EB6DB89F77FB}" destId="{FD316794-1AD1-4A31-8306-22B1D5C05D14}" srcOrd="0" destOrd="0" presId="urn:microsoft.com/office/officeart/2018/5/layout/IconLeafLabelList"/>
    <dgm:cxn modelId="{0976F346-3EA9-48ED-9D6B-73608086DC86}" type="presParOf" srcId="{FD316794-1AD1-4A31-8306-22B1D5C05D14}" destId="{6B3CD6C1-A1F0-48C2-BBE9-23716EC54C98}" srcOrd="0" destOrd="0" presId="urn:microsoft.com/office/officeart/2018/5/layout/IconLeafLabelList"/>
    <dgm:cxn modelId="{14A400D3-9AFD-4B01-BF08-690CCF81D628}" type="presParOf" srcId="{FD316794-1AD1-4A31-8306-22B1D5C05D14}" destId="{E7DFD630-85FE-4792-B4DF-4DE3727C9625}" srcOrd="1" destOrd="0" presId="urn:microsoft.com/office/officeart/2018/5/layout/IconLeafLabelList"/>
    <dgm:cxn modelId="{57640609-5899-4910-B626-E103E7E44B9C}" type="presParOf" srcId="{FD316794-1AD1-4A31-8306-22B1D5C05D14}" destId="{81CD00FD-AE78-44D7-855A-8F4CD1BB05E6}" srcOrd="2" destOrd="0" presId="urn:microsoft.com/office/officeart/2018/5/layout/IconLeafLabelList"/>
    <dgm:cxn modelId="{6ED5F9B0-BA68-4581-9CA3-C587E257E8F5}" type="presParOf" srcId="{FD316794-1AD1-4A31-8306-22B1D5C05D14}" destId="{3A8213BE-85EF-4790-9CB9-0E6F31E2EAB9}" srcOrd="3" destOrd="0" presId="urn:microsoft.com/office/officeart/2018/5/layout/IconLeafLabelList"/>
    <dgm:cxn modelId="{54D8DDBD-4AB3-4D22-BC1C-27B8DDA5AF8E}" type="presParOf" srcId="{824B81BC-73D9-413C-BA87-EB6DB89F77FB}" destId="{3F55889B-8D92-4F80-91EA-CE1641675379}" srcOrd="1" destOrd="0" presId="urn:microsoft.com/office/officeart/2018/5/layout/IconLeafLabelList"/>
    <dgm:cxn modelId="{6B15FA7F-62BC-4698-B478-C885B0FE037B}" type="presParOf" srcId="{824B81BC-73D9-413C-BA87-EB6DB89F77FB}" destId="{813CD27B-C789-44B8-B308-943AF784D178}" srcOrd="2" destOrd="0" presId="urn:microsoft.com/office/officeart/2018/5/layout/IconLeafLabelList"/>
    <dgm:cxn modelId="{99623FAE-6BD6-4615-A27B-84A9E9B78D42}" type="presParOf" srcId="{813CD27B-C789-44B8-B308-943AF784D178}" destId="{494920B5-05F3-4AC9-B39E-797752357819}" srcOrd="0" destOrd="0" presId="urn:microsoft.com/office/officeart/2018/5/layout/IconLeafLabelList"/>
    <dgm:cxn modelId="{42EAB0E6-5735-40FC-9E75-9A19077AEFCF}" type="presParOf" srcId="{813CD27B-C789-44B8-B308-943AF784D178}" destId="{20014BCF-8F22-4754-9298-2A776D7C9213}" srcOrd="1" destOrd="0" presId="urn:microsoft.com/office/officeart/2018/5/layout/IconLeafLabelList"/>
    <dgm:cxn modelId="{1C4C3199-FC02-4680-8395-558439BFE605}" type="presParOf" srcId="{813CD27B-C789-44B8-B308-943AF784D178}" destId="{0C407F74-3EB8-4CC0-827C-823CF92F17EB}" srcOrd="2" destOrd="0" presId="urn:microsoft.com/office/officeart/2018/5/layout/IconLeafLabelList"/>
    <dgm:cxn modelId="{CD7140ED-EF64-4C36-AC1C-CB7529DF0956}" type="presParOf" srcId="{813CD27B-C789-44B8-B308-943AF784D178}" destId="{07C81043-7F33-42F7-8B7F-452C3753A3F5}" srcOrd="3" destOrd="0" presId="urn:microsoft.com/office/officeart/2018/5/layout/IconLeafLabelList"/>
    <dgm:cxn modelId="{2C0A0DF9-B668-4729-8F85-BB8322098CF2}" type="presParOf" srcId="{824B81BC-73D9-413C-BA87-EB6DB89F77FB}" destId="{A8724DB5-84A2-4823-AAE8-5DE211D5CB6E}" srcOrd="3" destOrd="0" presId="urn:microsoft.com/office/officeart/2018/5/layout/IconLeafLabelList"/>
    <dgm:cxn modelId="{9070A957-E7F8-43D0-A9D3-B00C7A858186}" type="presParOf" srcId="{824B81BC-73D9-413C-BA87-EB6DB89F77FB}" destId="{E8DB6CDE-4105-470C-89E7-C19D200B3850}" srcOrd="4" destOrd="0" presId="urn:microsoft.com/office/officeart/2018/5/layout/IconLeafLabelList"/>
    <dgm:cxn modelId="{8348F2BC-4B2F-438B-91BB-1A5385A1AF38}" type="presParOf" srcId="{E8DB6CDE-4105-470C-89E7-C19D200B3850}" destId="{29901D5C-BB4E-435D-B6F1-74B29D7483F5}" srcOrd="0" destOrd="0" presId="urn:microsoft.com/office/officeart/2018/5/layout/IconLeafLabelList"/>
    <dgm:cxn modelId="{CA230658-D080-4BEC-959A-1FDB8C490CEB}" type="presParOf" srcId="{E8DB6CDE-4105-470C-89E7-C19D200B3850}" destId="{BD81EB3B-6EF5-4D29-8D73-A83E0C38971A}" srcOrd="1" destOrd="0" presId="urn:microsoft.com/office/officeart/2018/5/layout/IconLeafLabelList"/>
    <dgm:cxn modelId="{C5B1516D-303A-464B-94EF-C7059A222C25}" type="presParOf" srcId="{E8DB6CDE-4105-470C-89E7-C19D200B3850}" destId="{CB00E4B4-0975-4EAA-BCDE-11AD39A36C09}" srcOrd="2" destOrd="0" presId="urn:microsoft.com/office/officeart/2018/5/layout/IconLeafLabelList"/>
    <dgm:cxn modelId="{8816DDAF-A323-45E2-80E4-36BE418D81BB}" type="presParOf" srcId="{E8DB6CDE-4105-470C-89E7-C19D200B3850}" destId="{5F018678-D44F-4AE2-AB4C-C555B7BB96D4}" srcOrd="3" destOrd="0" presId="urn:microsoft.com/office/officeart/2018/5/layout/IconLeafLabelList"/>
    <dgm:cxn modelId="{2FB14F88-D800-4643-A90E-ACE47C2067E6}" type="presParOf" srcId="{824B81BC-73D9-413C-BA87-EB6DB89F77FB}" destId="{B504D863-DC11-4F51-A6C5-CD7F4E6E08C5}" srcOrd="5" destOrd="0" presId="urn:microsoft.com/office/officeart/2018/5/layout/IconLeafLabelList"/>
    <dgm:cxn modelId="{2FCD28D3-A26C-482A-9629-1DA0B33ED6AF}" type="presParOf" srcId="{824B81BC-73D9-413C-BA87-EB6DB89F77FB}" destId="{2E7DC895-477C-4B6E-8478-7A44ECECB8EA}" srcOrd="6" destOrd="0" presId="urn:microsoft.com/office/officeart/2018/5/layout/IconLeafLabelList"/>
    <dgm:cxn modelId="{7A80105D-C884-478D-848C-E906D52CE77E}" type="presParOf" srcId="{2E7DC895-477C-4B6E-8478-7A44ECECB8EA}" destId="{AA56BC16-7E92-4D97-B07D-20349256C2BD}" srcOrd="0" destOrd="0" presId="urn:microsoft.com/office/officeart/2018/5/layout/IconLeafLabelList"/>
    <dgm:cxn modelId="{5E5E4EEF-32DF-489E-A81D-5897E62817F7}" type="presParOf" srcId="{2E7DC895-477C-4B6E-8478-7A44ECECB8EA}" destId="{216EF2F7-57A5-43AE-80D2-B547F5A96063}" srcOrd="1" destOrd="0" presId="urn:microsoft.com/office/officeart/2018/5/layout/IconLeafLabelList"/>
    <dgm:cxn modelId="{2A9D828E-7A62-409C-A6C6-E6B75D3C7E48}" type="presParOf" srcId="{2E7DC895-477C-4B6E-8478-7A44ECECB8EA}" destId="{DD8586DE-A219-43A5-967D-69C272D79A00}" srcOrd="2" destOrd="0" presId="urn:microsoft.com/office/officeart/2018/5/layout/IconLeafLabelList"/>
    <dgm:cxn modelId="{035D84BA-F63D-4C97-B624-E8A2C71E5DFA}" type="presParOf" srcId="{2E7DC895-477C-4B6E-8478-7A44ECECB8EA}" destId="{E6CBFAA9-E8A5-40FC-8990-E7259062EB99}" srcOrd="3" destOrd="0" presId="urn:microsoft.com/office/officeart/2018/5/layout/IconLeafLabelList"/>
    <dgm:cxn modelId="{10AD552D-823C-48DF-B5ED-F7C73694D1F1}" type="presParOf" srcId="{824B81BC-73D9-413C-BA87-EB6DB89F77FB}" destId="{26C334B6-6BFA-4FC1-9F3A-33058B724632}" srcOrd="7" destOrd="0" presId="urn:microsoft.com/office/officeart/2018/5/layout/IconLeafLabelList"/>
    <dgm:cxn modelId="{6FBC797F-FEEC-4D20-8209-E25143266607}" type="presParOf" srcId="{824B81BC-73D9-413C-BA87-EB6DB89F77FB}" destId="{F7AA666B-569F-4DA5-AB16-9796EDEA8CC4}" srcOrd="8" destOrd="0" presId="urn:microsoft.com/office/officeart/2018/5/layout/IconLeafLabelList"/>
    <dgm:cxn modelId="{A303262E-4D52-44C8-8334-21BD07A1B4E9}" type="presParOf" srcId="{F7AA666B-569F-4DA5-AB16-9796EDEA8CC4}" destId="{22E11C18-7E76-4198-998C-9B92FABC6242}" srcOrd="0" destOrd="0" presId="urn:microsoft.com/office/officeart/2018/5/layout/IconLeafLabelList"/>
    <dgm:cxn modelId="{9EDC0E99-6BA4-4B8E-B1FE-A7C57E052E9A}" type="presParOf" srcId="{F7AA666B-569F-4DA5-AB16-9796EDEA8CC4}" destId="{36980F59-9F3E-49E3-B140-14F9414BB273}" srcOrd="1" destOrd="0" presId="urn:microsoft.com/office/officeart/2018/5/layout/IconLeafLabelList"/>
    <dgm:cxn modelId="{DB081467-EBB6-4016-B5F2-7CBCF2E4D7AE}" type="presParOf" srcId="{F7AA666B-569F-4DA5-AB16-9796EDEA8CC4}" destId="{756DAE58-9CC5-401E-81ED-83691684A985}" srcOrd="2" destOrd="0" presId="urn:microsoft.com/office/officeart/2018/5/layout/IconLeafLabelList"/>
    <dgm:cxn modelId="{6BA45B2D-ACA9-4E6E-A37F-FE98CDB0B940}" type="presParOf" srcId="{F7AA666B-569F-4DA5-AB16-9796EDEA8CC4}" destId="{3963AF0C-9BCE-474B-AE61-DA1C33BDF248}" srcOrd="3" destOrd="0" presId="urn:microsoft.com/office/officeart/2018/5/layout/IconLeafLabelList"/>
    <dgm:cxn modelId="{E42A9489-207D-42D4-9971-1B86D0760313}" type="presParOf" srcId="{824B81BC-73D9-413C-BA87-EB6DB89F77FB}" destId="{B71CE872-F0F8-498D-82A3-9043D18C58D4}" srcOrd="9" destOrd="0" presId="urn:microsoft.com/office/officeart/2018/5/layout/IconLeafLabelList"/>
    <dgm:cxn modelId="{9CE2F377-92AA-4D4D-9295-AEB2C94A8C30}" type="presParOf" srcId="{824B81BC-73D9-413C-BA87-EB6DB89F77FB}" destId="{23618DC2-50F9-497A-A892-F709B9050479}" srcOrd="10" destOrd="0" presId="urn:microsoft.com/office/officeart/2018/5/layout/IconLeafLabelList"/>
    <dgm:cxn modelId="{B18800D0-EDED-48D3-B505-237358287125}" type="presParOf" srcId="{23618DC2-50F9-497A-A892-F709B9050479}" destId="{34C5CF2A-AD3C-46A0-AF51-DC6B35EF46A8}" srcOrd="0" destOrd="0" presId="urn:microsoft.com/office/officeart/2018/5/layout/IconLeafLabelList"/>
    <dgm:cxn modelId="{DAED1408-92C4-4345-B3B8-8365548FEF7B}" type="presParOf" srcId="{23618DC2-50F9-497A-A892-F709B9050479}" destId="{ECEAA0A6-22D3-4007-8541-85F9D972DCB2}" srcOrd="1" destOrd="0" presId="urn:microsoft.com/office/officeart/2018/5/layout/IconLeafLabelList"/>
    <dgm:cxn modelId="{98EB73D8-79E4-4E4B-AD46-2AE4D533533E}" type="presParOf" srcId="{23618DC2-50F9-497A-A892-F709B9050479}" destId="{19087211-EDD1-48F7-BB1F-84E45C6ED9E3}" srcOrd="2" destOrd="0" presId="urn:microsoft.com/office/officeart/2018/5/layout/IconLeafLabelList"/>
    <dgm:cxn modelId="{B475FEE5-9EF8-4BBB-B777-017CD3BFF104}" type="presParOf" srcId="{23618DC2-50F9-497A-A892-F709B9050479}" destId="{4F855C1B-EE06-41C1-9BCB-59AEB4D6C1A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FC7933-CFC7-4237-AA4B-8D9565F487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A88624-A793-4938-A8FF-09905F47E74B}">
      <dgm:prSet/>
      <dgm:spPr/>
      <dgm:t>
        <a:bodyPr/>
        <a:lstStyle/>
        <a:p>
          <a:r>
            <a:rPr lang="en-US"/>
            <a:t>• To detect vehicle number plates automatically from images.</a:t>
          </a:r>
        </a:p>
      </dgm:t>
    </dgm:pt>
    <dgm:pt modelId="{103994E4-D905-47ED-83E4-188BF96CAB39}" type="parTrans" cxnId="{97046649-5E2B-49A8-BA2E-C4F5F31BB578}">
      <dgm:prSet/>
      <dgm:spPr/>
      <dgm:t>
        <a:bodyPr/>
        <a:lstStyle/>
        <a:p>
          <a:endParaRPr lang="en-US"/>
        </a:p>
      </dgm:t>
    </dgm:pt>
    <dgm:pt modelId="{E72574AE-4122-4802-9106-CE408B8D6EBB}" type="sibTrans" cxnId="{97046649-5E2B-49A8-BA2E-C4F5F31BB578}">
      <dgm:prSet/>
      <dgm:spPr/>
      <dgm:t>
        <a:bodyPr/>
        <a:lstStyle/>
        <a:p>
          <a:endParaRPr lang="en-US"/>
        </a:p>
      </dgm:t>
    </dgm:pt>
    <dgm:pt modelId="{7B009107-F8B3-4D43-B8DA-7520B1B0A1B5}">
      <dgm:prSet/>
      <dgm:spPr/>
      <dgm:t>
        <a:bodyPr/>
        <a:lstStyle/>
        <a:p>
          <a:r>
            <a:rPr lang="en-US"/>
            <a:t>• To recognize alphanumeric characters using OCR techniques.</a:t>
          </a:r>
        </a:p>
      </dgm:t>
    </dgm:pt>
    <dgm:pt modelId="{2041C9C0-3699-4453-9A2C-9B1E7D5CB456}" type="parTrans" cxnId="{B2BC0919-8B0E-4283-8199-8E9A8BEB0944}">
      <dgm:prSet/>
      <dgm:spPr/>
      <dgm:t>
        <a:bodyPr/>
        <a:lstStyle/>
        <a:p>
          <a:endParaRPr lang="en-US"/>
        </a:p>
      </dgm:t>
    </dgm:pt>
    <dgm:pt modelId="{13F53BF3-F2AF-4343-9E00-1D8F6776BCEC}" type="sibTrans" cxnId="{B2BC0919-8B0E-4283-8199-8E9A8BEB0944}">
      <dgm:prSet/>
      <dgm:spPr/>
      <dgm:t>
        <a:bodyPr/>
        <a:lstStyle/>
        <a:p>
          <a:endParaRPr lang="en-US"/>
        </a:p>
      </dgm:t>
    </dgm:pt>
    <dgm:pt modelId="{79142D5A-616D-4752-877B-E765E9C8787A}">
      <dgm:prSet/>
      <dgm:spPr/>
      <dgm:t>
        <a:bodyPr/>
        <a:lstStyle/>
        <a:p>
          <a:r>
            <a:rPr lang="en-US"/>
            <a:t>• To maintain a history of detected number plates.</a:t>
          </a:r>
        </a:p>
      </dgm:t>
    </dgm:pt>
    <dgm:pt modelId="{133B6989-0601-4C04-A731-2C8A19D22BC7}" type="parTrans" cxnId="{689124FB-74BF-4ACF-B523-F183EC097738}">
      <dgm:prSet/>
      <dgm:spPr/>
      <dgm:t>
        <a:bodyPr/>
        <a:lstStyle/>
        <a:p>
          <a:endParaRPr lang="en-US"/>
        </a:p>
      </dgm:t>
    </dgm:pt>
    <dgm:pt modelId="{D402EDE4-A4BC-4511-BC6F-E9F1B509BF91}" type="sibTrans" cxnId="{689124FB-74BF-4ACF-B523-F183EC097738}">
      <dgm:prSet/>
      <dgm:spPr/>
      <dgm:t>
        <a:bodyPr/>
        <a:lstStyle/>
        <a:p>
          <a:endParaRPr lang="en-US"/>
        </a:p>
      </dgm:t>
    </dgm:pt>
    <dgm:pt modelId="{D5E7C310-5C15-4AE6-9451-04B222FC96C8}">
      <dgm:prSet/>
      <dgm:spPr/>
      <dgm:t>
        <a:bodyPr/>
        <a:lstStyle/>
        <a:p>
          <a:r>
            <a:rPr lang="en-US"/>
            <a:t>• To store results with date and time information.</a:t>
          </a:r>
        </a:p>
      </dgm:t>
    </dgm:pt>
    <dgm:pt modelId="{54EFA1E4-1A06-453D-8FA9-3361736B68B9}" type="parTrans" cxnId="{32684262-2414-4BE7-B1F8-F2CAB5D4E674}">
      <dgm:prSet/>
      <dgm:spPr/>
      <dgm:t>
        <a:bodyPr/>
        <a:lstStyle/>
        <a:p>
          <a:endParaRPr lang="en-US"/>
        </a:p>
      </dgm:t>
    </dgm:pt>
    <dgm:pt modelId="{8A07B664-8E5C-4806-9B96-913385C7D82D}" type="sibTrans" cxnId="{32684262-2414-4BE7-B1F8-F2CAB5D4E674}">
      <dgm:prSet/>
      <dgm:spPr/>
      <dgm:t>
        <a:bodyPr/>
        <a:lstStyle/>
        <a:p>
          <a:endParaRPr lang="en-US"/>
        </a:p>
      </dgm:t>
    </dgm:pt>
    <dgm:pt modelId="{8B70AD2A-9EE0-452F-8F4D-6DCB01D7DAF9}">
      <dgm:prSet/>
      <dgm:spPr/>
      <dgm:t>
        <a:bodyPr/>
        <a:lstStyle/>
        <a:p>
          <a:r>
            <a:rPr lang="en-US"/>
            <a:t>• To provide a user-friendly graphical interface.</a:t>
          </a:r>
        </a:p>
      </dgm:t>
    </dgm:pt>
    <dgm:pt modelId="{48712C03-065B-4973-94A9-A5C14ABFEDFC}" type="parTrans" cxnId="{2E30A67C-FE18-446C-987F-E21BF7CCB919}">
      <dgm:prSet/>
      <dgm:spPr/>
      <dgm:t>
        <a:bodyPr/>
        <a:lstStyle/>
        <a:p>
          <a:endParaRPr lang="en-US"/>
        </a:p>
      </dgm:t>
    </dgm:pt>
    <dgm:pt modelId="{2AB5289D-23CB-43B6-BAA1-BD0654C4E1D1}" type="sibTrans" cxnId="{2E30A67C-FE18-446C-987F-E21BF7CCB919}">
      <dgm:prSet/>
      <dgm:spPr/>
      <dgm:t>
        <a:bodyPr/>
        <a:lstStyle/>
        <a:p>
          <a:endParaRPr lang="en-US"/>
        </a:p>
      </dgm:t>
    </dgm:pt>
    <dgm:pt modelId="{4773778F-3921-4420-9E81-FC3FAED5619F}">
      <dgm:prSet/>
      <dgm:spPr/>
      <dgm:t>
        <a:bodyPr/>
        <a:lstStyle/>
        <a:p>
          <a:r>
            <a:rPr lang="en-US"/>
            <a:t>• To improve the efficiency of vehicle monitoring.</a:t>
          </a:r>
        </a:p>
      </dgm:t>
    </dgm:pt>
    <dgm:pt modelId="{C2E35687-F3D2-40C3-AC43-792DF604CE98}" type="parTrans" cxnId="{3BF11298-266D-43B9-B58A-3E5B871CE9CF}">
      <dgm:prSet/>
      <dgm:spPr/>
      <dgm:t>
        <a:bodyPr/>
        <a:lstStyle/>
        <a:p>
          <a:endParaRPr lang="en-US"/>
        </a:p>
      </dgm:t>
    </dgm:pt>
    <dgm:pt modelId="{93876D9A-C9CD-4D2D-9727-30C251C6618C}" type="sibTrans" cxnId="{3BF11298-266D-43B9-B58A-3E5B871CE9CF}">
      <dgm:prSet/>
      <dgm:spPr/>
      <dgm:t>
        <a:bodyPr/>
        <a:lstStyle/>
        <a:p>
          <a:endParaRPr lang="en-US"/>
        </a:p>
      </dgm:t>
    </dgm:pt>
    <dgm:pt modelId="{CFBDD99F-4D1A-46D8-B850-B7E11937968B}" type="pres">
      <dgm:prSet presAssocID="{AEFC7933-CFC7-4237-AA4B-8D9565F4871C}" presName="root" presStyleCnt="0">
        <dgm:presLayoutVars>
          <dgm:dir/>
          <dgm:resizeHandles val="exact"/>
        </dgm:presLayoutVars>
      </dgm:prSet>
      <dgm:spPr/>
    </dgm:pt>
    <dgm:pt modelId="{5C9DBE6E-F662-4686-BDBC-FF86DCB34594}" type="pres">
      <dgm:prSet presAssocID="{B1A88624-A793-4938-A8FF-09905F47E74B}" presName="compNode" presStyleCnt="0"/>
      <dgm:spPr/>
    </dgm:pt>
    <dgm:pt modelId="{82C6F8EF-D02C-4629-81C8-167DDBF13459}" type="pres">
      <dgm:prSet presAssocID="{B1A88624-A793-4938-A8FF-09905F47E74B}" presName="bgRect" presStyleLbl="bgShp" presStyleIdx="0" presStyleCnt="6"/>
      <dgm:spPr/>
    </dgm:pt>
    <dgm:pt modelId="{4C7B5E97-0DCD-4960-8C4B-56419CEB7DFD}" type="pres">
      <dgm:prSet presAssocID="{B1A88624-A793-4938-A8FF-09905F47E74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ole Pizza"/>
        </a:ext>
      </dgm:extLst>
    </dgm:pt>
    <dgm:pt modelId="{B774165B-F258-43D1-8CB4-5EA4B119A2E5}" type="pres">
      <dgm:prSet presAssocID="{B1A88624-A793-4938-A8FF-09905F47E74B}" presName="spaceRect" presStyleCnt="0"/>
      <dgm:spPr/>
    </dgm:pt>
    <dgm:pt modelId="{12D5D1E5-8716-4CD5-9B99-47DB6993336B}" type="pres">
      <dgm:prSet presAssocID="{B1A88624-A793-4938-A8FF-09905F47E74B}" presName="parTx" presStyleLbl="revTx" presStyleIdx="0" presStyleCnt="6">
        <dgm:presLayoutVars>
          <dgm:chMax val="0"/>
          <dgm:chPref val="0"/>
        </dgm:presLayoutVars>
      </dgm:prSet>
      <dgm:spPr/>
    </dgm:pt>
    <dgm:pt modelId="{539FDC84-F7C9-4B16-A4D6-1AC4C3F26E59}" type="pres">
      <dgm:prSet presAssocID="{E72574AE-4122-4802-9106-CE408B8D6EBB}" presName="sibTrans" presStyleCnt="0"/>
      <dgm:spPr/>
    </dgm:pt>
    <dgm:pt modelId="{B60E38F3-7502-42A3-A919-EFCF321BE579}" type="pres">
      <dgm:prSet presAssocID="{7B009107-F8B3-4D43-B8DA-7520B1B0A1B5}" presName="compNode" presStyleCnt="0"/>
      <dgm:spPr/>
    </dgm:pt>
    <dgm:pt modelId="{5D29CC56-D794-4465-BC39-08F310612B5B}" type="pres">
      <dgm:prSet presAssocID="{7B009107-F8B3-4D43-B8DA-7520B1B0A1B5}" presName="bgRect" presStyleLbl="bgShp" presStyleIdx="1" presStyleCnt="6"/>
      <dgm:spPr/>
    </dgm:pt>
    <dgm:pt modelId="{E3FDBC10-4D8C-43D4-B939-219B91A6820B}" type="pres">
      <dgm:prSet presAssocID="{7B009107-F8B3-4D43-B8DA-7520B1B0A1B5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9CF66A0-007C-4D06-AA41-2CFC2BEBFDB1}" type="pres">
      <dgm:prSet presAssocID="{7B009107-F8B3-4D43-B8DA-7520B1B0A1B5}" presName="spaceRect" presStyleCnt="0"/>
      <dgm:spPr/>
    </dgm:pt>
    <dgm:pt modelId="{52F786D7-0ADB-46A9-98D0-E60867DD5324}" type="pres">
      <dgm:prSet presAssocID="{7B009107-F8B3-4D43-B8DA-7520B1B0A1B5}" presName="parTx" presStyleLbl="revTx" presStyleIdx="1" presStyleCnt="6">
        <dgm:presLayoutVars>
          <dgm:chMax val="0"/>
          <dgm:chPref val="0"/>
        </dgm:presLayoutVars>
      </dgm:prSet>
      <dgm:spPr/>
    </dgm:pt>
    <dgm:pt modelId="{BFE3140B-C189-46E6-8016-CCBBF80EF7D6}" type="pres">
      <dgm:prSet presAssocID="{13F53BF3-F2AF-4343-9E00-1D8F6776BCEC}" presName="sibTrans" presStyleCnt="0"/>
      <dgm:spPr/>
    </dgm:pt>
    <dgm:pt modelId="{C30E39F8-4353-4FE0-BF41-F0CE2DFEEA55}" type="pres">
      <dgm:prSet presAssocID="{79142D5A-616D-4752-877B-E765E9C8787A}" presName="compNode" presStyleCnt="0"/>
      <dgm:spPr/>
    </dgm:pt>
    <dgm:pt modelId="{A6058C72-0E86-4920-83BF-7BC4BA2FA457}" type="pres">
      <dgm:prSet presAssocID="{79142D5A-616D-4752-877B-E765E9C8787A}" presName="bgRect" presStyleLbl="bgShp" presStyleIdx="2" presStyleCnt="6"/>
      <dgm:spPr/>
    </dgm:pt>
    <dgm:pt modelId="{FCA79AD9-D457-405F-AFCA-577A188E35E7}" type="pres">
      <dgm:prSet presAssocID="{79142D5A-616D-4752-877B-E765E9C8787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8FF44DA8-4D96-4E91-9545-9F902F388226}" type="pres">
      <dgm:prSet presAssocID="{79142D5A-616D-4752-877B-E765E9C8787A}" presName="spaceRect" presStyleCnt="0"/>
      <dgm:spPr/>
    </dgm:pt>
    <dgm:pt modelId="{5A5B5464-8B73-4872-99FB-802DC1A1744D}" type="pres">
      <dgm:prSet presAssocID="{79142D5A-616D-4752-877B-E765E9C8787A}" presName="parTx" presStyleLbl="revTx" presStyleIdx="2" presStyleCnt="6">
        <dgm:presLayoutVars>
          <dgm:chMax val="0"/>
          <dgm:chPref val="0"/>
        </dgm:presLayoutVars>
      </dgm:prSet>
      <dgm:spPr/>
    </dgm:pt>
    <dgm:pt modelId="{E14C52F9-7499-4E4D-96C3-51D391BCDE75}" type="pres">
      <dgm:prSet presAssocID="{D402EDE4-A4BC-4511-BC6F-E9F1B509BF91}" presName="sibTrans" presStyleCnt="0"/>
      <dgm:spPr/>
    </dgm:pt>
    <dgm:pt modelId="{21F60BB9-0A44-4203-98FA-0C656223FAFB}" type="pres">
      <dgm:prSet presAssocID="{D5E7C310-5C15-4AE6-9451-04B222FC96C8}" presName="compNode" presStyleCnt="0"/>
      <dgm:spPr/>
    </dgm:pt>
    <dgm:pt modelId="{56B93966-34A3-4B98-B2BE-042515F21393}" type="pres">
      <dgm:prSet presAssocID="{D5E7C310-5C15-4AE6-9451-04B222FC96C8}" presName="bgRect" presStyleLbl="bgShp" presStyleIdx="3" presStyleCnt="6"/>
      <dgm:spPr/>
    </dgm:pt>
    <dgm:pt modelId="{50717CD5-798D-4DBB-86F5-2534D93928EC}" type="pres">
      <dgm:prSet presAssocID="{D5E7C310-5C15-4AE6-9451-04B222FC96C8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1DFC981-EF0D-4F73-9B1C-E7D04C7B5E20}" type="pres">
      <dgm:prSet presAssocID="{D5E7C310-5C15-4AE6-9451-04B222FC96C8}" presName="spaceRect" presStyleCnt="0"/>
      <dgm:spPr/>
    </dgm:pt>
    <dgm:pt modelId="{383B65B5-0F46-449B-842A-5A8947BE8E0C}" type="pres">
      <dgm:prSet presAssocID="{D5E7C310-5C15-4AE6-9451-04B222FC96C8}" presName="parTx" presStyleLbl="revTx" presStyleIdx="3" presStyleCnt="6">
        <dgm:presLayoutVars>
          <dgm:chMax val="0"/>
          <dgm:chPref val="0"/>
        </dgm:presLayoutVars>
      </dgm:prSet>
      <dgm:spPr/>
    </dgm:pt>
    <dgm:pt modelId="{710077BC-0A36-4301-8D76-55918CD04E1A}" type="pres">
      <dgm:prSet presAssocID="{8A07B664-8E5C-4806-9B96-913385C7D82D}" presName="sibTrans" presStyleCnt="0"/>
      <dgm:spPr/>
    </dgm:pt>
    <dgm:pt modelId="{38A718C1-6C4C-43DF-9011-1B49EA303132}" type="pres">
      <dgm:prSet presAssocID="{8B70AD2A-9EE0-452F-8F4D-6DCB01D7DAF9}" presName="compNode" presStyleCnt="0"/>
      <dgm:spPr/>
    </dgm:pt>
    <dgm:pt modelId="{F8E5A862-42DA-45FB-9690-ED0410296910}" type="pres">
      <dgm:prSet presAssocID="{8B70AD2A-9EE0-452F-8F4D-6DCB01D7DAF9}" presName="bgRect" presStyleLbl="bgShp" presStyleIdx="4" presStyleCnt="6"/>
      <dgm:spPr/>
    </dgm:pt>
    <dgm:pt modelId="{878A79E4-3FD2-438F-BB3C-150B3B32565C}" type="pres">
      <dgm:prSet presAssocID="{8B70AD2A-9EE0-452F-8F4D-6DCB01D7DAF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9233757-77F0-4709-B38C-7686DEC2A4B8}" type="pres">
      <dgm:prSet presAssocID="{8B70AD2A-9EE0-452F-8F4D-6DCB01D7DAF9}" presName="spaceRect" presStyleCnt="0"/>
      <dgm:spPr/>
    </dgm:pt>
    <dgm:pt modelId="{689D14EB-5E46-493B-9D3B-E3FB6C142F47}" type="pres">
      <dgm:prSet presAssocID="{8B70AD2A-9EE0-452F-8F4D-6DCB01D7DAF9}" presName="parTx" presStyleLbl="revTx" presStyleIdx="4" presStyleCnt="6">
        <dgm:presLayoutVars>
          <dgm:chMax val="0"/>
          <dgm:chPref val="0"/>
        </dgm:presLayoutVars>
      </dgm:prSet>
      <dgm:spPr/>
    </dgm:pt>
    <dgm:pt modelId="{E2CE35CE-2988-4859-979F-955D776E7825}" type="pres">
      <dgm:prSet presAssocID="{2AB5289D-23CB-43B6-BAA1-BD0654C4E1D1}" presName="sibTrans" presStyleCnt="0"/>
      <dgm:spPr/>
    </dgm:pt>
    <dgm:pt modelId="{B629C13A-5528-45EE-949F-1CEAE85EEBD0}" type="pres">
      <dgm:prSet presAssocID="{4773778F-3921-4420-9E81-FC3FAED5619F}" presName="compNode" presStyleCnt="0"/>
      <dgm:spPr/>
    </dgm:pt>
    <dgm:pt modelId="{26F037BC-D458-4CA8-951B-E4FEAEFDC7B5}" type="pres">
      <dgm:prSet presAssocID="{4773778F-3921-4420-9E81-FC3FAED5619F}" presName="bgRect" presStyleLbl="bgShp" presStyleIdx="5" presStyleCnt="6"/>
      <dgm:spPr/>
    </dgm:pt>
    <dgm:pt modelId="{13B1D778-B6BE-4B29-A5A7-0E820E2B56EF}" type="pres">
      <dgm:prSet presAssocID="{4773778F-3921-4420-9E81-FC3FAED5619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91EF685-891B-4712-90DC-52361D0A95A2}" type="pres">
      <dgm:prSet presAssocID="{4773778F-3921-4420-9E81-FC3FAED5619F}" presName="spaceRect" presStyleCnt="0"/>
      <dgm:spPr/>
    </dgm:pt>
    <dgm:pt modelId="{96331E3B-AAD4-46FE-82BA-842840AEE0CA}" type="pres">
      <dgm:prSet presAssocID="{4773778F-3921-4420-9E81-FC3FAED5619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2BC0919-8B0E-4283-8199-8E9A8BEB0944}" srcId="{AEFC7933-CFC7-4237-AA4B-8D9565F4871C}" destId="{7B009107-F8B3-4D43-B8DA-7520B1B0A1B5}" srcOrd="1" destOrd="0" parTransId="{2041C9C0-3699-4453-9A2C-9B1E7D5CB456}" sibTransId="{13F53BF3-F2AF-4343-9E00-1D8F6776BCEC}"/>
    <dgm:cxn modelId="{5F66AC3A-A7E9-4C07-B095-D79B0BC41E33}" type="presOf" srcId="{AEFC7933-CFC7-4237-AA4B-8D9565F4871C}" destId="{CFBDD99F-4D1A-46D8-B850-B7E11937968B}" srcOrd="0" destOrd="0" presId="urn:microsoft.com/office/officeart/2018/2/layout/IconVerticalSolidList"/>
    <dgm:cxn modelId="{3A54DE41-D5B2-4675-8782-DE883934AE97}" type="presOf" srcId="{7B009107-F8B3-4D43-B8DA-7520B1B0A1B5}" destId="{52F786D7-0ADB-46A9-98D0-E60867DD5324}" srcOrd="0" destOrd="0" presId="urn:microsoft.com/office/officeart/2018/2/layout/IconVerticalSolidList"/>
    <dgm:cxn modelId="{32684262-2414-4BE7-B1F8-F2CAB5D4E674}" srcId="{AEFC7933-CFC7-4237-AA4B-8D9565F4871C}" destId="{D5E7C310-5C15-4AE6-9451-04B222FC96C8}" srcOrd="3" destOrd="0" parTransId="{54EFA1E4-1A06-453D-8FA9-3361736B68B9}" sibTransId="{8A07B664-8E5C-4806-9B96-913385C7D82D}"/>
    <dgm:cxn modelId="{97046649-5E2B-49A8-BA2E-C4F5F31BB578}" srcId="{AEFC7933-CFC7-4237-AA4B-8D9565F4871C}" destId="{B1A88624-A793-4938-A8FF-09905F47E74B}" srcOrd="0" destOrd="0" parTransId="{103994E4-D905-47ED-83E4-188BF96CAB39}" sibTransId="{E72574AE-4122-4802-9106-CE408B8D6EBB}"/>
    <dgm:cxn modelId="{45EEC16D-C893-4B91-8B8D-5C68B0BE5AAB}" type="presOf" srcId="{8B70AD2A-9EE0-452F-8F4D-6DCB01D7DAF9}" destId="{689D14EB-5E46-493B-9D3B-E3FB6C142F47}" srcOrd="0" destOrd="0" presId="urn:microsoft.com/office/officeart/2018/2/layout/IconVerticalSolidList"/>
    <dgm:cxn modelId="{2E30A67C-FE18-446C-987F-E21BF7CCB919}" srcId="{AEFC7933-CFC7-4237-AA4B-8D9565F4871C}" destId="{8B70AD2A-9EE0-452F-8F4D-6DCB01D7DAF9}" srcOrd="4" destOrd="0" parTransId="{48712C03-065B-4973-94A9-A5C14ABFEDFC}" sibTransId="{2AB5289D-23CB-43B6-BAA1-BD0654C4E1D1}"/>
    <dgm:cxn modelId="{3BF11298-266D-43B9-B58A-3E5B871CE9CF}" srcId="{AEFC7933-CFC7-4237-AA4B-8D9565F4871C}" destId="{4773778F-3921-4420-9E81-FC3FAED5619F}" srcOrd="5" destOrd="0" parTransId="{C2E35687-F3D2-40C3-AC43-792DF604CE98}" sibTransId="{93876D9A-C9CD-4D2D-9727-30C251C6618C}"/>
    <dgm:cxn modelId="{74B868AC-50B9-4591-AC12-77175A44E992}" type="presOf" srcId="{79142D5A-616D-4752-877B-E765E9C8787A}" destId="{5A5B5464-8B73-4872-99FB-802DC1A1744D}" srcOrd="0" destOrd="0" presId="urn:microsoft.com/office/officeart/2018/2/layout/IconVerticalSolidList"/>
    <dgm:cxn modelId="{4C7852AE-CE77-4718-9865-0D1B4DB59C8D}" type="presOf" srcId="{4773778F-3921-4420-9E81-FC3FAED5619F}" destId="{96331E3B-AAD4-46FE-82BA-842840AEE0CA}" srcOrd="0" destOrd="0" presId="urn:microsoft.com/office/officeart/2018/2/layout/IconVerticalSolidList"/>
    <dgm:cxn modelId="{585A83BE-9E0A-4190-B5AA-30513D30D514}" type="presOf" srcId="{D5E7C310-5C15-4AE6-9451-04B222FC96C8}" destId="{383B65B5-0F46-449B-842A-5A8947BE8E0C}" srcOrd="0" destOrd="0" presId="urn:microsoft.com/office/officeart/2018/2/layout/IconVerticalSolidList"/>
    <dgm:cxn modelId="{D7FFD0BF-BBD7-483C-97B8-CD4330021D19}" type="presOf" srcId="{B1A88624-A793-4938-A8FF-09905F47E74B}" destId="{12D5D1E5-8716-4CD5-9B99-47DB6993336B}" srcOrd="0" destOrd="0" presId="urn:microsoft.com/office/officeart/2018/2/layout/IconVerticalSolidList"/>
    <dgm:cxn modelId="{689124FB-74BF-4ACF-B523-F183EC097738}" srcId="{AEFC7933-CFC7-4237-AA4B-8D9565F4871C}" destId="{79142D5A-616D-4752-877B-E765E9C8787A}" srcOrd="2" destOrd="0" parTransId="{133B6989-0601-4C04-A731-2C8A19D22BC7}" sibTransId="{D402EDE4-A4BC-4511-BC6F-E9F1B509BF91}"/>
    <dgm:cxn modelId="{3A2B9AE9-0030-4D5E-8413-77B941278E5B}" type="presParOf" srcId="{CFBDD99F-4D1A-46D8-B850-B7E11937968B}" destId="{5C9DBE6E-F662-4686-BDBC-FF86DCB34594}" srcOrd="0" destOrd="0" presId="urn:microsoft.com/office/officeart/2018/2/layout/IconVerticalSolidList"/>
    <dgm:cxn modelId="{9DCC08D8-FD06-4159-81B8-222768026C62}" type="presParOf" srcId="{5C9DBE6E-F662-4686-BDBC-FF86DCB34594}" destId="{82C6F8EF-D02C-4629-81C8-167DDBF13459}" srcOrd="0" destOrd="0" presId="urn:microsoft.com/office/officeart/2018/2/layout/IconVerticalSolidList"/>
    <dgm:cxn modelId="{63BF3AA5-CC81-49A3-9194-B83B67BA946D}" type="presParOf" srcId="{5C9DBE6E-F662-4686-BDBC-FF86DCB34594}" destId="{4C7B5E97-0DCD-4960-8C4B-56419CEB7DFD}" srcOrd="1" destOrd="0" presId="urn:microsoft.com/office/officeart/2018/2/layout/IconVerticalSolidList"/>
    <dgm:cxn modelId="{BFB9F939-C2D1-4640-AF48-4AD7F36B338A}" type="presParOf" srcId="{5C9DBE6E-F662-4686-BDBC-FF86DCB34594}" destId="{B774165B-F258-43D1-8CB4-5EA4B119A2E5}" srcOrd="2" destOrd="0" presId="urn:microsoft.com/office/officeart/2018/2/layout/IconVerticalSolidList"/>
    <dgm:cxn modelId="{331A3B42-1B0E-4BA1-90A2-5C4816B5C341}" type="presParOf" srcId="{5C9DBE6E-F662-4686-BDBC-FF86DCB34594}" destId="{12D5D1E5-8716-4CD5-9B99-47DB6993336B}" srcOrd="3" destOrd="0" presId="urn:microsoft.com/office/officeart/2018/2/layout/IconVerticalSolidList"/>
    <dgm:cxn modelId="{C82E8F0E-601C-4A93-B855-A2567132F9A3}" type="presParOf" srcId="{CFBDD99F-4D1A-46D8-B850-B7E11937968B}" destId="{539FDC84-F7C9-4B16-A4D6-1AC4C3F26E59}" srcOrd="1" destOrd="0" presId="urn:microsoft.com/office/officeart/2018/2/layout/IconVerticalSolidList"/>
    <dgm:cxn modelId="{950F3F55-4662-458B-8511-D48511A8416B}" type="presParOf" srcId="{CFBDD99F-4D1A-46D8-B850-B7E11937968B}" destId="{B60E38F3-7502-42A3-A919-EFCF321BE579}" srcOrd="2" destOrd="0" presId="urn:microsoft.com/office/officeart/2018/2/layout/IconVerticalSolidList"/>
    <dgm:cxn modelId="{8AF2322E-434F-4A73-8F26-BE6BEB046862}" type="presParOf" srcId="{B60E38F3-7502-42A3-A919-EFCF321BE579}" destId="{5D29CC56-D794-4465-BC39-08F310612B5B}" srcOrd="0" destOrd="0" presId="urn:microsoft.com/office/officeart/2018/2/layout/IconVerticalSolidList"/>
    <dgm:cxn modelId="{6E57DE07-6A55-418A-9413-4D240971AD31}" type="presParOf" srcId="{B60E38F3-7502-42A3-A919-EFCF321BE579}" destId="{E3FDBC10-4D8C-43D4-B939-219B91A6820B}" srcOrd="1" destOrd="0" presId="urn:microsoft.com/office/officeart/2018/2/layout/IconVerticalSolidList"/>
    <dgm:cxn modelId="{93C3071E-F331-472E-8049-109E2DA708DF}" type="presParOf" srcId="{B60E38F3-7502-42A3-A919-EFCF321BE579}" destId="{D9CF66A0-007C-4D06-AA41-2CFC2BEBFDB1}" srcOrd="2" destOrd="0" presId="urn:microsoft.com/office/officeart/2018/2/layout/IconVerticalSolidList"/>
    <dgm:cxn modelId="{EC4CABA3-634B-4445-801E-0F50250C57AA}" type="presParOf" srcId="{B60E38F3-7502-42A3-A919-EFCF321BE579}" destId="{52F786D7-0ADB-46A9-98D0-E60867DD5324}" srcOrd="3" destOrd="0" presId="urn:microsoft.com/office/officeart/2018/2/layout/IconVerticalSolidList"/>
    <dgm:cxn modelId="{9EAFEA0A-4A31-441E-8BDB-885BF7BFDAC9}" type="presParOf" srcId="{CFBDD99F-4D1A-46D8-B850-B7E11937968B}" destId="{BFE3140B-C189-46E6-8016-CCBBF80EF7D6}" srcOrd="3" destOrd="0" presId="urn:microsoft.com/office/officeart/2018/2/layout/IconVerticalSolidList"/>
    <dgm:cxn modelId="{E6E559CD-DDB0-424F-8C0B-3C1EB0949A4D}" type="presParOf" srcId="{CFBDD99F-4D1A-46D8-B850-B7E11937968B}" destId="{C30E39F8-4353-4FE0-BF41-F0CE2DFEEA55}" srcOrd="4" destOrd="0" presId="urn:microsoft.com/office/officeart/2018/2/layout/IconVerticalSolidList"/>
    <dgm:cxn modelId="{DF6F6389-7E47-4422-AA95-0AEB9D66BD04}" type="presParOf" srcId="{C30E39F8-4353-4FE0-BF41-F0CE2DFEEA55}" destId="{A6058C72-0E86-4920-83BF-7BC4BA2FA457}" srcOrd="0" destOrd="0" presId="urn:microsoft.com/office/officeart/2018/2/layout/IconVerticalSolidList"/>
    <dgm:cxn modelId="{C8489B2D-0A51-4FD2-88B9-F29E6A3EC287}" type="presParOf" srcId="{C30E39F8-4353-4FE0-BF41-F0CE2DFEEA55}" destId="{FCA79AD9-D457-405F-AFCA-577A188E35E7}" srcOrd="1" destOrd="0" presId="urn:microsoft.com/office/officeart/2018/2/layout/IconVerticalSolidList"/>
    <dgm:cxn modelId="{9A3561DE-B6ED-4FA7-827D-3383EC6A009F}" type="presParOf" srcId="{C30E39F8-4353-4FE0-BF41-F0CE2DFEEA55}" destId="{8FF44DA8-4D96-4E91-9545-9F902F388226}" srcOrd="2" destOrd="0" presId="urn:microsoft.com/office/officeart/2018/2/layout/IconVerticalSolidList"/>
    <dgm:cxn modelId="{F9C42093-20CE-4C65-9B16-21FF5460797A}" type="presParOf" srcId="{C30E39F8-4353-4FE0-BF41-F0CE2DFEEA55}" destId="{5A5B5464-8B73-4872-99FB-802DC1A1744D}" srcOrd="3" destOrd="0" presId="urn:microsoft.com/office/officeart/2018/2/layout/IconVerticalSolidList"/>
    <dgm:cxn modelId="{AD21DB24-F7F5-47A9-86C7-71BDA9E2A3B7}" type="presParOf" srcId="{CFBDD99F-4D1A-46D8-B850-B7E11937968B}" destId="{E14C52F9-7499-4E4D-96C3-51D391BCDE75}" srcOrd="5" destOrd="0" presId="urn:microsoft.com/office/officeart/2018/2/layout/IconVerticalSolidList"/>
    <dgm:cxn modelId="{2054294C-0CBF-415B-A608-DF949775539A}" type="presParOf" srcId="{CFBDD99F-4D1A-46D8-B850-B7E11937968B}" destId="{21F60BB9-0A44-4203-98FA-0C656223FAFB}" srcOrd="6" destOrd="0" presId="urn:microsoft.com/office/officeart/2018/2/layout/IconVerticalSolidList"/>
    <dgm:cxn modelId="{FE62D486-1FA5-49CC-ABC2-592D63063361}" type="presParOf" srcId="{21F60BB9-0A44-4203-98FA-0C656223FAFB}" destId="{56B93966-34A3-4B98-B2BE-042515F21393}" srcOrd="0" destOrd="0" presId="urn:microsoft.com/office/officeart/2018/2/layout/IconVerticalSolidList"/>
    <dgm:cxn modelId="{73336C7B-5C50-418D-A16E-8DFC780C267F}" type="presParOf" srcId="{21F60BB9-0A44-4203-98FA-0C656223FAFB}" destId="{50717CD5-798D-4DBB-86F5-2534D93928EC}" srcOrd="1" destOrd="0" presId="urn:microsoft.com/office/officeart/2018/2/layout/IconVerticalSolidList"/>
    <dgm:cxn modelId="{35DBFBA7-B25C-45E7-8E91-0D3888CE91D2}" type="presParOf" srcId="{21F60BB9-0A44-4203-98FA-0C656223FAFB}" destId="{91DFC981-EF0D-4F73-9B1C-E7D04C7B5E20}" srcOrd="2" destOrd="0" presId="urn:microsoft.com/office/officeart/2018/2/layout/IconVerticalSolidList"/>
    <dgm:cxn modelId="{ECAF17AC-1AF4-48AA-88CE-405CFD03075B}" type="presParOf" srcId="{21F60BB9-0A44-4203-98FA-0C656223FAFB}" destId="{383B65B5-0F46-449B-842A-5A8947BE8E0C}" srcOrd="3" destOrd="0" presId="urn:microsoft.com/office/officeart/2018/2/layout/IconVerticalSolidList"/>
    <dgm:cxn modelId="{81E0D8A3-9EB0-4B92-AF50-52DF64E4E250}" type="presParOf" srcId="{CFBDD99F-4D1A-46D8-B850-B7E11937968B}" destId="{710077BC-0A36-4301-8D76-55918CD04E1A}" srcOrd="7" destOrd="0" presId="urn:microsoft.com/office/officeart/2018/2/layout/IconVerticalSolidList"/>
    <dgm:cxn modelId="{64BE96D3-3CFB-4A24-94D0-F6D12549CE15}" type="presParOf" srcId="{CFBDD99F-4D1A-46D8-B850-B7E11937968B}" destId="{38A718C1-6C4C-43DF-9011-1B49EA303132}" srcOrd="8" destOrd="0" presId="urn:microsoft.com/office/officeart/2018/2/layout/IconVerticalSolidList"/>
    <dgm:cxn modelId="{ACC7485B-1B5C-4C28-90C7-275D71F880BB}" type="presParOf" srcId="{38A718C1-6C4C-43DF-9011-1B49EA303132}" destId="{F8E5A862-42DA-45FB-9690-ED0410296910}" srcOrd="0" destOrd="0" presId="urn:microsoft.com/office/officeart/2018/2/layout/IconVerticalSolidList"/>
    <dgm:cxn modelId="{393F0441-DD97-4B40-9CF1-F3689DE9474A}" type="presParOf" srcId="{38A718C1-6C4C-43DF-9011-1B49EA303132}" destId="{878A79E4-3FD2-438F-BB3C-150B3B32565C}" srcOrd="1" destOrd="0" presId="urn:microsoft.com/office/officeart/2018/2/layout/IconVerticalSolidList"/>
    <dgm:cxn modelId="{A6F5DFAF-5637-4ADF-9E7C-0325A17E5D23}" type="presParOf" srcId="{38A718C1-6C4C-43DF-9011-1B49EA303132}" destId="{49233757-77F0-4709-B38C-7686DEC2A4B8}" srcOrd="2" destOrd="0" presId="urn:microsoft.com/office/officeart/2018/2/layout/IconVerticalSolidList"/>
    <dgm:cxn modelId="{25B28991-D0EC-43CF-B622-698C88559BFF}" type="presParOf" srcId="{38A718C1-6C4C-43DF-9011-1B49EA303132}" destId="{689D14EB-5E46-493B-9D3B-E3FB6C142F47}" srcOrd="3" destOrd="0" presId="urn:microsoft.com/office/officeart/2018/2/layout/IconVerticalSolidList"/>
    <dgm:cxn modelId="{993706DA-563E-4B94-96FA-09667C6A2616}" type="presParOf" srcId="{CFBDD99F-4D1A-46D8-B850-B7E11937968B}" destId="{E2CE35CE-2988-4859-979F-955D776E7825}" srcOrd="9" destOrd="0" presId="urn:microsoft.com/office/officeart/2018/2/layout/IconVerticalSolidList"/>
    <dgm:cxn modelId="{81A99BDC-2E3B-4CF8-A52A-3C252AE2DF6E}" type="presParOf" srcId="{CFBDD99F-4D1A-46D8-B850-B7E11937968B}" destId="{B629C13A-5528-45EE-949F-1CEAE85EEBD0}" srcOrd="10" destOrd="0" presId="urn:microsoft.com/office/officeart/2018/2/layout/IconVerticalSolidList"/>
    <dgm:cxn modelId="{C391D112-8A96-4CBF-83C1-6B0290C795F9}" type="presParOf" srcId="{B629C13A-5528-45EE-949F-1CEAE85EEBD0}" destId="{26F037BC-D458-4CA8-951B-E4FEAEFDC7B5}" srcOrd="0" destOrd="0" presId="urn:microsoft.com/office/officeart/2018/2/layout/IconVerticalSolidList"/>
    <dgm:cxn modelId="{4749C97E-F966-4917-A4DF-F308F9E4D35D}" type="presParOf" srcId="{B629C13A-5528-45EE-949F-1CEAE85EEBD0}" destId="{13B1D778-B6BE-4B29-A5A7-0E820E2B56EF}" srcOrd="1" destOrd="0" presId="urn:microsoft.com/office/officeart/2018/2/layout/IconVerticalSolidList"/>
    <dgm:cxn modelId="{1B22A5F6-5F0E-4720-A0A4-9B3CC372EDA8}" type="presParOf" srcId="{B629C13A-5528-45EE-949F-1CEAE85EEBD0}" destId="{191EF685-891B-4712-90DC-52361D0A95A2}" srcOrd="2" destOrd="0" presId="urn:microsoft.com/office/officeart/2018/2/layout/IconVerticalSolidList"/>
    <dgm:cxn modelId="{C8898271-1B97-449E-B91C-2A0C69004F53}" type="presParOf" srcId="{B629C13A-5528-45EE-949F-1CEAE85EEBD0}" destId="{96331E3B-AAD4-46FE-82BA-842840AEE0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080F1B-66DB-4A37-9EA0-86B257CFDD3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B1524F-BD72-478F-AA44-568D9183CE4E}">
      <dgm:prSet/>
      <dgm:spPr/>
      <dgm:t>
        <a:bodyPr/>
        <a:lstStyle/>
        <a:p>
          <a:r>
            <a:rPr lang="en-US"/>
            <a:t>• The user uploads an image through the graphical interface.</a:t>
          </a:r>
        </a:p>
      </dgm:t>
    </dgm:pt>
    <dgm:pt modelId="{49045F25-B857-467A-97DD-E3DD913C9863}" type="parTrans" cxnId="{2BAA1A7F-6EAE-433A-B261-EE5F4B6E2E70}">
      <dgm:prSet/>
      <dgm:spPr/>
      <dgm:t>
        <a:bodyPr/>
        <a:lstStyle/>
        <a:p>
          <a:endParaRPr lang="en-US"/>
        </a:p>
      </dgm:t>
    </dgm:pt>
    <dgm:pt modelId="{F89151D4-C3A5-4D99-9CC2-B77BB806D2FC}" type="sibTrans" cxnId="{2BAA1A7F-6EAE-433A-B261-EE5F4B6E2E70}">
      <dgm:prSet/>
      <dgm:spPr/>
      <dgm:t>
        <a:bodyPr/>
        <a:lstStyle/>
        <a:p>
          <a:endParaRPr lang="en-US"/>
        </a:p>
      </dgm:t>
    </dgm:pt>
    <dgm:pt modelId="{DB57F632-38E1-4CCF-A0B7-9CED8E61FBD6}">
      <dgm:prSet/>
      <dgm:spPr/>
      <dgm:t>
        <a:bodyPr/>
        <a:lstStyle/>
        <a:p>
          <a:r>
            <a:rPr lang="en-US"/>
            <a:t>• YOLOv8 detects the number plate region from the image.</a:t>
          </a:r>
        </a:p>
      </dgm:t>
    </dgm:pt>
    <dgm:pt modelId="{AAD00276-8C35-4225-9165-1A706B3F0297}" type="parTrans" cxnId="{F960C9F5-F52B-4FF6-B75D-3D3BDBE7E758}">
      <dgm:prSet/>
      <dgm:spPr/>
      <dgm:t>
        <a:bodyPr/>
        <a:lstStyle/>
        <a:p>
          <a:endParaRPr lang="en-US"/>
        </a:p>
      </dgm:t>
    </dgm:pt>
    <dgm:pt modelId="{8FFC6A37-ADE3-4129-BA57-8DC3FD3F0EDA}" type="sibTrans" cxnId="{F960C9F5-F52B-4FF6-B75D-3D3BDBE7E758}">
      <dgm:prSet/>
      <dgm:spPr/>
      <dgm:t>
        <a:bodyPr/>
        <a:lstStyle/>
        <a:p>
          <a:endParaRPr lang="en-US"/>
        </a:p>
      </dgm:t>
    </dgm:pt>
    <dgm:pt modelId="{E7995D4F-FE45-43E0-A9B2-9A68544E3730}">
      <dgm:prSet/>
      <dgm:spPr/>
      <dgm:t>
        <a:bodyPr/>
        <a:lstStyle/>
        <a:p>
          <a:r>
            <a:rPr lang="en-US"/>
            <a:t>• The detected plate is cropped for further processing.</a:t>
          </a:r>
        </a:p>
      </dgm:t>
    </dgm:pt>
    <dgm:pt modelId="{94361BB0-3CE9-4C79-8637-32EE97304EB0}" type="parTrans" cxnId="{0214B144-B3D4-4C15-9AB4-A72D23CC20C9}">
      <dgm:prSet/>
      <dgm:spPr/>
      <dgm:t>
        <a:bodyPr/>
        <a:lstStyle/>
        <a:p>
          <a:endParaRPr lang="en-US"/>
        </a:p>
      </dgm:t>
    </dgm:pt>
    <dgm:pt modelId="{D8779D08-7DC1-4065-9090-C156C1B14461}" type="sibTrans" cxnId="{0214B144-B3D4-4C15-9AB4-A72D23CC20C9}">
      <dgm:prSet/>
      <dgm:spPr/>
      <dgm:t>
        <a:bodyPr/>
        <a:lstStyle/>
        <a:p>
          <a:endParaRPr lang="en-US"/>
        </a:p>
      </dgm:t>
    </dgm:pt>
    <dgm:pt modelId="{30441490-5B92-41D3-A6BE-24B58E73A187}">
      <dgm:prSet/>
      <dgm:spPr/>
      <dgm:t>
        <a:bodyPr/>
        <a:lstStyle/>
        <a:p>
          <a:r>
            <a:rPr lang="en-US"/>
            <a:t>• OpenCV preprocessing improves image quality for OCR.</a:t>
          </a:r>
        </a:p>
      </dgm:t>
    </dgm:pt>
    <dgm:pt modelId="{0AD667D3-F813-4681-8866-EC8AEA253F7D}" type="parTrans" cxnId="{69F0DEDD-82F0-4D67-BDE3-A4DF324A339A}">
      <dgm:prSet/>
      <dgm:spPr/>
      <dgm:t>
        <a:bodyPr/>
        <a:lstStyle/>
        <a:p>
          <a:endParaRPr lang="en-US"/>
        </a:p>
      </dgm:t>
    </dgm:pt>
    <dgm:pt modelId="{33E34E07-CB59-48C5-BDDF-0CE8A7A46B60}" type="sibTrans" cxnId="{69F0DEDD-82F0-4D67-BDE3-A4DF324A339A}">
      <dgm:prSet/>
      <dgm:spPr/>
      <dgm:t>
        <a:bodyPr/>
        <a:lstStyle/>
        <a:p>
          <a:endParaRPr lang="en-US"/>
        </a:p>
      </dgm:t>
    </dgm:pt>
    <dgm:pt modelId="{4624FBAF-56E2-461F-8CCE-893E5A752D8B}">
      <dgm:prSet/>
      <dgm:spPr/>
      <dgm:t>
        <a:bodyPr/>
        <a:lstStyle/>
        <a:p>
          <a:r>
            <a:rPr lang="en-US"/>
            <a:t>• Tesseract OCR extracts the characters from the plate.</a:t>
          </a:r>
        </a:p>
      </dgm:t>
    </dgm:pt>
    <dgm:pt modelId="{69930A19-D2BC-4A52-9D37-843D4819F525}" type="parTrans" cxnId="{B3384DC7-01B7-46B6-9D8E-5311A9F529AF}">
      <dgm:prSet/>
      <dgm:spPr/>
      <dgm:t>
        <a:bodyPr/>
        <a:lstStyle/>
        <a:p>
          <a:endParaRPr lang="en-US"/>
        </a:p>
      </dgm:t>
    </dgm:pt>
    <dgm:pt modelId="{CFEB2319-0B4B-432D-A566-F8D903B139CD}" type="sibTrans" cxnId="{B3384DC7-01B7-46B6-9D8E-5311A9F529AF}">
      <dgm:prSet/>
      <dgm:spPr/>
      <dgm:t>
        <a:bodyPr/>
        <a:lstStyle/>
        <a:p>
          <a:endParaRPr lang="en-US"/>
        </a:p>
      </dgm:t>
    </dgm:pt>
    <dgm:pt modelId="{37DF94B7-7FBD-4281-AB26-1744B8F5B182}">
      <dgm:prSet/>
      <dgm:spPr/>
      <dgm:t>
        <a:bodyPr/>
        <a:lstStyle/>
        <a:p>
          <a:r>
            <a:rPr lang="en-US"/>
            <a:t>• The result is displayed and stored in a CSV database.</a:t>
          </a:r>
        </a:p>
      </dgm:t>
    </dgm:pt>
    <dgm:pt modelId="{A46AFB32-3AB2-4788-8792-08DC0B350891}" type="parTrans" cxnId="{ACB8A71B-36A4-4241-821F-4E37C232A3B8}">
      <dgm:prSet/>
      <dgm:spPr/>
      <dgm:t>
        <a:bodyPr/>
        <a:lstStyle/>
        <a:p>
          <a:endParaRPr lang="en-US"/>
        </a:p>
      </dgm:t>
    </dgm:pt>
    <dgm:pt modelId="{8C1F170D-2DD3-4139-B0FC-A52ECF1547F7}" type="sibTrans" cxnId="{ACB8A71B-36A4-4241-821F-4E37C232A3B8}">
      <dgm:prSet/>
      <dgm:spPr/>
      <dgm:t>
        <a:bodyPr/>
        <a:lstStyle/>
        <a:p>
          <a:endParaRPr lang="en-US"/>
        </a:p>
      </dgm:t>
    </dgm:pt>
    <dgm:pt modelId="{9C8A8439-D711-4A71-A365-D9CCBCA1C6E8}" type="pres">
      <dgm:prSet presAssocID="{65080F1B-66DB-4A37-9EA0-86B257CFDD36}" presName="linear" presStyleCnt="0">
        <dgm:presLayoutVars>
          <dgm:animLvl val="lvl"/>
          <dgm:resizeHandles val="exact"/>
        </dgm:presLayoutVars>
      </dgm:prSet>
      <dgm:spPr/>
    </dgm:pt>
    <dgm:pt modelId="{FE2D9CC2-5E87-40EC-A2B9-AF3CB72A93FE}" type="pres">
      <dgm:prSet presAssocID="{2AB1524F-BD72-478F-AA44-568D9183CE4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5B2B4DE-BA68-44D6-BCE8-04837E4693D1}" type="pres">
      <dgm:prSet presAssocID="{F89151D4-C3A5-4D99-9CC2-B77BB806D2FC}" presName="spacer" presStyleCnt="0"/>
      <dgm:spPr/>
    </dgm:pt>
    <dgm:pt modelId="{E4016395-F607-4B29-98FA-0F68E4176603}" type="pres">
      <dgm:prSet presAssocID="{DB57F632-38E1-4CCF-A0B7-9CED8E61FBD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BFC97F8-5386-40C7-A3C8-AECB3A2E5E39}" type="pres">
      <dgm:prSet presAssocID="{8FFC6A37-ADE3-4129-BA57-8DC3FD3F0EDA}" presName="spacer" presStyleCnt="0"/>
      <dgm:spPr/>
    </dgm:pt>
    <dgm:pt modelId="{F2009909-AD00-4CAD-972F-E165268B333F}" type="pres">
      <dgm:prSet presAssocID="{E7995D4F-FE45-43E0-A9B2-9A68544E373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93B113C-33B7-4370-A51B-9B34DA5E430D}" type="pres">
      <dgm:prSet presAssocID="{D8779D08-7DC1-4065-9090-C156C1B14461}" presName="spacer" presStyleCnt="0"/>
      <dgm:spPr/>
    </dgm:pt>
    <dgm:pt modelId="{D8103C9A-A9A0-416C-9EAA-F70BB05604EE}" type="pres">
      <dgm:prSet presAssocID="{30441490-5B92-41D3-A6BE-24B58E73A18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CF36B66-80B1-4F96-AAA3-B4949D5E0E79}" type="pres">
      <dgm:prSet presAssocID="{33E34E07-CB59-48C5-BDDF-0CE8A7A46B60}" presName="spacer" presStyleCnt="0"/>
      <dgm:spPr/>
    </dgm:pt>
    <dgm:pt modelId="{A93699C5-EC26-4CD9-892F-BC5C529967F8}" type="pres">
      <dgm:prSet presAssocID="{4624FBAF-56E2-461F-8CCE-893E5A752D8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A50CC5B-4692-4A70-9FBD-464F0FFAA62A}" type="pres">
      <dgm:prSet presAssocID="{CFEB2319-0B4B-432D-A566-F8D903B139CD}" presName="spacer" presStyleCnt="0"/>
      <dgm:spPr/>
    </dgm:pt>
    <dgm:pt modelId="{B6AE21BB-679C-4E56-A10D-EDB1CFEFCA9C}" type="pres">
      <dgm:prSet presAssocID="{37DF94B7-7FBD-4281-AB26-1744B8F5B18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CB8A71B-36A4-4241-821F-4E37C232A3B8}" srcId="{65080F1B-66DB-4A37-9EA0-86B257CFDD36}" destId="{37DF94B7-7FBD-4281-AB26-1744B8F5B182}" srcOrd="5" destOrd="0" parTransId="{A46AFB32-3AB2-4788-8792-08DC0B350891}" sibTransId="{8C1F170D-2DD3-4139-B0FC-A52ECF1547F7}"/>
    <dgm:cxn modelId="{0214B144-B3D4-4C15-9AB4-A72D23CC20C9}" srcId="{65080F1B-66DB-4A37-9EA0-86B257CFDD36}" destId="{E7995D4F-FE45-43E0-A9B2-9A68544E3730}" srcOrd="2" destOrd="0" parTransId="{94361BB0-3CE9-4C79-8637-32EE97304EB0}" sibTransId="{D8779D08-7DC1-4065-9090-C156C1B14461}"/>
    <dgm:cxn modelId="{B18F8250-197D-4A37-95E1-0B4EFD2FB53C}" type="presOf" srcId="{2AB1524F-BD72-478F-AA44-568D9183CE4E}" destId="{FE2D9CC2-5E87-40EC-A2B9-AF3CB72A93FE}" srcOrd="0" destOrd="0" presId="urn:microsoft.com/office/officeart/2005/8/layout/vList2"/>
    <dgm:cxn modelId="{D14BE379-B3A0-46B2-A312-A9999F8C9609}" type="presOf" srcId="{65080F1B-66DB-4A37-9EA0-86B257CFDD36}" destId="{9C8A8439-D711-4A71-A365-D9CCBCA1C6E8}" srcOrd="0" destOrd="0" presId="urn:microsoft.com/office/officeart/2005/8/layout/vList2"/>
    <dgm:cxn modelId="{0052EC7C-DB21-4B57-B0EB-3B82F28169AB}" type="presOf" srcId="{37DF94B7-7FBD-4281-AB26-1744B8F5B182}" destId="{B6AE21BB-679C-4E56-A10D-EDB1CFEFCA9C}" srcOrd="0" destOrd="0" presId="urn:microsoft.com/office/officeart/2005/8/layout/vList2"/>
    <dgm:cxn modelId="{2BAA1A7F-6EAE-433A-B261-EE5F4B6E2E70}" srcId="{65080F1B-66DB-4A37-9EA0-86B257CFDD36}" destId="{2AB1524F-BD72-478F-AA44-568D9183CE4E}" srcOrd="0" destOrd="0" parTransId="{49045F25-B857-467A-97DD-E3DD913C9863}" sibTransId="{F89151D4-C3A5-4D99-9CC2-B77BB806D2FC}"/>
    <dgm:cxn modelId="{3518869B-5299-43D4-B1B2-5AF872DC92C5}" type="presOf" srcId="{E7995D4F-FE45-43E0-A9B2-9A68544E3730}" destId="{F2009909-AD00-4CAD-972F-E165268B333F}" srcOrd="0" destOrd="0" presId="urn:microsoft.com/office/officeart/2005/8/layout/vList2"/>
    <dgm:cxn modelId="{B3384DC7-01B7-46B6-9D8E-5311A9F529AF}" srcId="{65080F1B-66DB-4A37-9EA0-86B257CFDD36}" destId="{4624FBAF-56E2-461F-8CCE-893E5A752D8B}" srcOrd="4" destOrd="0" parTransId="{69930A19-D2BC-4A52-9D37-843D4819F525}" sibTransId="{CFEB2319-0B4B-432D-A566-F8D903B139CD}"/>
    <dgm:cxn modelId="{D2A90BD2-5E3A-4A45-89D7-938ECC7EA8D2}" type="presOf" srcId="{DB57F632-38E1-4CCF-A0B7-9CED8E61FBD6}" destId="{E4016395-F607-4B29-98FA-0F68E4176603}" srcOrd="0" destOrd="0" presId="urn:microsoft.com/office/officeart/2005/8/layout/vList2"/>
    <dgm:cxn modelId="{69F0DEDD-82F0-4D67-BDE3-A4DF324A339A}" srcId="{65080F1B-66DB-4A37-9EA0-86B257CFDD36}" destId="{30441490-5B92-41D3-A6BE-24B58E73A187}" srcOrd="3" destOrd="0" parTransId="{0AD667D3-F813-4681-8866-EC8AEA253F7D}" sibTransId="{33E34E07-CB59-48C5-BDDF-0CE8A7A46B60}"/>
    <dgm:cxn modelId="{7EB01FEC-8ACC-459E-8958-18D84A715A26}" type="presOf" srcId="{4624FBAF-56E2-461F-8CCE-893E5A752D8B}" destId="{A93699C5-EC26-4CD9-892F-BC5C529967F8}" srcOrd="0" destOrd="0" presId="urn:microsoft.com/office/officeart/2005/8/layout/vList2"/>
    <dgm:cxn modelId="{A8D253EF-71EE-4945-9B5E-33129FAB7E30}" type="presOf" srcId="{30441490-5B92-41D3-A6BE-24B58E73A187}" destId="{D8103C9A-A9A0-416C-9EAA-F70BB05604EE}" srcOrd="0" destOrd="0" presId="urn:microsoft.com/office/officeart/2005/8/layout/vList2"/>
    <dgm:cxn modelId="{F960C9F5-F52B-4FF6-B75D-3D3BDBE7E758}" srcId="{65080F1B-66DB-4A37-9EA0-86B257CFDD36}" destId="{DB57F632-38E1-4CCF-A0B7-9CED8E61FBD6}" srcOrd="1" destOrd="0" parTransId="{AAD00276-8C35-4225-9165-1A706B3F0297}" sibTransId="{8FFC6A37-ADE3-4129-BA57-8DC3FD3F0EDA}"/>
    <dgm:cxn modelId="{7C1D6FFF-BB80-4578-8499-D036B165B179}" type="presParOf" srcId="{9C8A8439-D711-4A71-A365-D9CCBCA1C6E8}" destId="{FE2D9CC2-5E87-40EC-A2B9-AF3CB72A93FE}" srcOrd="0" destOrd="0" presId="urn:microsoft.com/office/officeart/2005/8/layout/vList2"/>
    <dgm:cxn modelId="{3498C135-9A86-472F-A6E1-DA0C1A50EEE6}" type="presParOf" srcId="{9C8A8439-D711-4A71-A365-D9CCBCA1C6E8}" destId="{85B2B4DE-BA68-44D6-BCE8-04837E4693D1}" srcOrd="1" destOrd="0" presId="urn:microsoft.com/office/officeart/2005/8/layout/vList2"/>
    <dgm:cxn modelId="{6CEEA3F4-5398-49A1-BA8C-FA2EDE993B2C}" type="presParOf" srcId="{9C8A8439-D711-4A71-A365-D9CCBCA1C6E8}" destId="{E4016395-F607-4B29-98FA-0F68E4176603}" srcOrd="2" destOrd="0" presId="urn:microsoft.com/office/officeart/2005/8/layout/vList2"/>
    <dgm:cxn modelId="{74B7B3B7-24E5-4A62-9C9B-3F4DC32D8210}" type="presParOf" srcId="{9C8A8439-D711-4A71-A365-D9CCBCA1C6E8}" destId="{7BFC97F8-5386-40C7-A3C8-AECB3A2E5E39}" srcOrd="3" destOrd="0" presId="urn:microsoft.com/office/officeart/2005/8/layout/vList2"/>
    <dgm:cxn modelId="{CBDF4EE5-F10A-42DE-A7B0-28DD25CCBA27}" type="presParOf" srcId="{9C8A8439-D711-4A71-A365-D9CCBCA1C6E8}" destId="{F2009909-AD00-4CAD-972F-E165268B333F}" srcOrd="4" destOrd="0" presId="urn:microsoft.com/office/officeart/2005/8/layout/vList2"/>
    <dgm:cxn modelId="{DD5C780C-9054-43E2-9A5B-0A23CED96060}" type="presParOf" srcId="{9C8A8439-D711-4A71-A365-D9CCBCA1C6E8}" destId="{593B113C-33B7-4370-A51B-9B34DA5E430D}" srcOrd="5" destOrd="0" presId="urn:microsoft.com/office/officeart/2005/8/layout/vList2"/>
    <dgm:cxn modelId="{1B506AEA-C966-4B58-8E98-291D9E8F8D42}" type="presParOf" srcId="{9C8A8439-D711-4A71-A365-D9CCBCA1C6E8}" destId="{D8103C9A-A9A0-416C-9EAA-F70BB05604EE}" srcOrd="6" destOrd="0" presId="urn:microsoft.com/office/officeart/2005/8/layout/vList2"/>
    <dgm:cxn modelId="{BEC0778B-4876-4F1D-828A-EE5A05FF38FF}" type="presParOf" srcId="{9C8A8439-D711-4A71-A365-D9CCBCA1C6E8}" destId="{6CF36B66-80B1-4F96-AAA3-B4949D5E0E79}" srcOrd="7" destOrd="0" presId="urn:microsoft.com/office/officeart/2005/8/layout/vList2"/>
    <dgm:cxn modelId="{AE5B6D8E-40DB-4EEF-AC62-AC63B4F65B35}" type="presParOf" srcId="{9C8A8439-D711-4A71-A365-D9CCBCA1C6E8}" destId="{A93699C5-EC26-4CD9-892F-BC5C529967F8}" srcOrd="8" destOrd="0" presId="urn:microsoft.com/office/officeart/2005/8/layout/vList2"/>
    <dgm:cxn modelId="{4EAF0EE1-F1BE-4392-BE3C-8EF29D19E29B}" type="presParOf" srcId="{9C8A8439-D711-4A71-A365-D9CCBCA1C6E8}" destId="{CA50CC5B-4692-4A70-9FBD-464F0FFAA62A}" srcOrd="9" destOrd="0" presId="urn:microsoft.com/office/officeart/2005/8/layout/vList2"/>
    <dgm:cxn modelId="{D262F27B-27F6-4C28-B09A-6E417E7D4666}" type="presParOf" srcId="{9C8A8439-D711-4A71-A365-D9CCBCA1C6E8}" destId="{B6AE21BB-679C-4E56-A10D-EDB1CFEFCA9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34C52A-5776-4B3C-B47D-864DF5BFC74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78D072-7FDD-4A3E-ABB1-FA87E9F24FFF}">
      <dgm:prSet/>
      <dgm:spPr/>
      <dgm:t>
        <a:bodyPr/>
        <a:lstStyle/>
        <a:p>
          <a:r>
            <a:rPr lang="en-US"/>
            <a:t>• YOLOv8 is used for accurate number plate detection.</a:t>
          </a:r>
        </a:p>
      </dgm:t>
    </dgm:pt>
    <dgm:pt modelId="{C072D995-C208-4E9B-A23B-8B73B74C720E}" type="parTrans" cxnId="{DD75A57A-768C-4D7B-80F8-D67CA4444040}">
      <dgm:prSet/>
      <dgm:spPr/>
      <dgm:t>
        <a:bodyPr/>
        <a:lstStyle/>
        <a:p>
          <a:endParaRPr lang="en-US"/>
        </a:p>
      </dgm:t>
    </dgm:pt>
    <dgm:pt modelId="{5F63D526-18BE-4996-8217-11DAE5D71099}" type="sibTrans" cxnId="{DD75A57A-768C-4D7B-80F8-D67CA4444040}">
      <dgm:prSet/>
      <dgm:spPr/>
      <dgm:t>
        <a:bodyPr/>
        <a:lstStyle/>
        <a:p>
          <a:endParaRPr lang="en-US"/>
        </a:p>
      </dgm:t>
    </dgm:pt>
    <dgm:pt modelId="{AB19E40D-0B48-4B87-B684-17C64924C130}">
      <dgm:prSet/>
      <dgm:spPr/>
      <dgm:t>
        <a:bodyPr/>
        <a:lstStyle/>
        <a:p>
          <a:r>
            <a:rPr lang="en-US"/>
            <a:t>• OpenCV is used for image preprocessing operations.</a:t>
          </a:r>
        </a:p>
      </dgm:t>
    </dgm:pt>
    <dgm:pt modelId="{781FB405-8C18-4ACD-AD28-296549C1037C}" type="parTrans" cxnId="{F24D1A71-04BD-4217-A6BC-A84817FE9D3C}">
      <dgm:prSet/>
      <dgm:spPr/>
      <dgm:t>
        <a:bodyPr/>
        <a:lstStyle/>
        <a:p>
          <a:endParaRPr lang="en-US"/>
        </a:p>
      </dgm:t>
    </dgm:pt>
    <dgm:pt modelId="{A2804775-F7C6-4006-BA8D-F2E8D0DDBE27}" type="sibTrans" cxnId="{F24D1A71-04BD-4217-A6BC-A84817FE9D3C}">
      <dgm:prSet/>
      <dgm:spPr/>
      <dgm:t>
        <a:bodyPr/>
        <a:lstStyle/>
        <a:p>
          <a:endParaRPr lang="en-US"/>
        </a:p>
      </dgm:t>
    </dgm:pt>
    <dgm:pt modelId="{92E9AB0F-C262-416A-AFDB-924595E921A0}">
      <dgm:prSet/>
      <dgm:spPr/>
      <dgm:t>
        <a:bodyPr/>
        <a:lstStyle/>
        <a:p>
          <a:r>
            <a:rPr lang="en-US"/>
            <a:t>• Tesseract OCR performs character recognition.</a:t>
          </a:r>
        </a:p>
      </dgm:t>
    </dgm:pt>
    <dgm:pt modelId="{31BEFB0E-0CC8-49D4-B405-D591D1045348}" type="parTrans" cxnId="{246831F1-9444-42D4-A9A6-FC2CA00C7CE6}">
      <dgm:prSet/>
      <dgm:spPr/>
      <dgm:t>
        <a:bodyPr/>
        <a:lstStyle/>
        <a:p>
          <a:endParaRPr lang="en-US"/>
        </a:p>
      </dgm:t>
    </dgm:pt>
    <dgm:pt modelId="{2971BBF1-B3B2-41B0-B0B6-FBEEF490E9D8}" type="sibTrans" cxnId="{246831F1-9444-42D4-A9A6-FC2CA00C7CE6}">
      <dgm:prSet/>
      <dgm:spPr/>
      <dgm:t>
        <a:bodyPr/>
        <a:lstStyle/>
        <a:p>
          <a:endParaRPr lang="en-US"/>
        </a:p>
      </dgm:t>
    </dgm:pt>
    <dgm:pt modelId="{06D7EA56-99EB-450D-8872-537278FC9D72}">
      <dgm:prSet/>
      <dgm:spPr/>
      <dgm:t>
        <a:bodyPr/>
        <a:lstStyle/>
        <a:p>
          <a:r>
            <a:rPr lang="en-US"/>
            <a:t>• Post-processing removes unwanted symbols and noise.</a:t>
          </a:r>
        </a:p>
      </dgm:t>
    </dgm:pt>
    <dgm:pt modelId="{2CF047B3-5FB6-4FCB-B772-3333FDA382E1}" type="parTrans" cxnId="{C1842633-5C05-4236-AAAE-6F15D1C2D7BE}">
      <dgm:prSet/>
      <dgm:spPr/>
      <dgm:t>
        <a:bodyPr/>
        <a:lstStyle/>
        <a:p>
          <a:endParaRPr lang="en-US"/>
        </a:p>
      </dgm:t>
    </dgm:pt>
    <dgm:pt modelId="{C5C12490-3356-4FE2-B140-F04035557617}" type="sibTrans" cxnId="{C1842633-5C05-4236-AAAE-6F15D1C2D7BE}">
      <dgm:prSet/>
      <dgm:spPr/>
      <dgm:t>
        <a:bodyPr/>
        <a:lstStyle/>
        <a:p>
          <a:endParaRPr lang="en-US"/>
        </a:p>
      </dgm:t>
    </dgm:pt>
    <dgm:pt modelId="{F2B2E583-926B-416D-856E-788941880E8D}">
      <dgm:prSet/>
      <dgm:spPr/>
      <dgm:t>
        <a:bodyPr/>
        <a:lstStyle/>
        <a:p>
          <a:r>
            <a:rPr lang="en-US"/>
            <a:t>• The system saves detection history automatically.</a:t>
          </a:r>
        </a:p>
      </dgm:t>
    </dgm:pt>
    <dgm:pt modelId="{FF2505C5-F7CF-4BD3-843E-97CC796BC510}" type="parTrans" cxnId="{1E3BB7D4-DB98-4E8E-A887-94E62DB04C0E}">
      <dgm:prSet/>
      <dgm:spPr/>
      <dgm:t>
        <a:bodyPr/>
        <a:lstStyle/>
        <a:p>
          <a:endParaRPr lang="en-US"/>
        </a:p>
      </dgm:t>
    </dgm:pt>
    <dgm:pt modelId="{4D993BD7-B141-401A-ACF6-77B1DAAD5414}" type="sibTrans" cxnId="{1E3BB7D4-DB98-4E8E-A887-94E62DB04C0E}">
      <dgm:prSet/>
      <dgm:spPr/>
      <dgm:t>
        <a:bodyPr/>
        <a:lstStyle/>
        <a:p>
          <a:endParaRPr lang="en-US"/>
        </a:p>
      </dgm:t>
    </dgm:pt>
    <dgm:pt modelId="{B2539BE2-C0E2-4B16-9755-AE6B5EE238F1}">
      <dgm:prSet/>
      <dgm:spPr/>
      <dgm:t>
        <a:bodyPr/>
        <a:lstStyle/>
        <a:p>
          <a:r>
            <a:rPr lang="en-US"/>
            <a:t>• The GUI provides an interactive user experience.</a:t>
          </a:r>
        </a:p>
      </dgm:t>
    </dgm:pt>
    <dgm:pt modelId="{CB7F3A37-C99F-4C09-AC77-E6418337DB61}" type="parTrans" cxnId="{F7E4B9F5-B79D-481B-A2AF-4242E7C34980}">
      <dgm:prSet/>
      <dgm:spPr/>
      <dgm:t>
        <a:bodyPr/>
        <a:lstStyle/>
        <a:p>
          <a:endParaRPr lang="en-US"/>
        </a:p>
      </dgm:t>
    </dgm:pt>
    <dgm:pt modelId="{1792D614-EF4B-4D71-8D89-B12927CD8DDD}" type="sibTrans" cxnId="{F7E4B9F5-B79D-481B-A2AF-4242E7C34980}">
      <dgm:prSet/>
      <dgm:spPr/>
      <dgm:t>
        <a:bodyPr/>
        <a:lstStyle/>
        <a:p>
          <a:endParaRPr lang="en-US"/>
        </a:p>
      </dgm:t>
    </dgm:pt>
    <dgm:pt modelId="{EE99C358-77BB-4691-A879-94549129941D}" type="pres">
      <dgm:prSet presAssocID="{FC34C52A-5776-4B3C-B47D-864DF5BFC745}" presName="diagram" presStyleCnt="0">
        <dgm:presLayoutVars>
          <dgm:dir/>
          <dgm:resizeHandles val="exact"/>
        </dgm:presLayoutVars>
      </dgm:prSet>
      <dgm:spPr/>
    </dgm:pt>
    <dgm:pt modelId="{4895DD10-328C-4D06-B45C-FF10077AF957}" type="pres">
      <dgm:prSet presAssocID="{8378D072-7FDD-4A3E-ABB1-FA87E9F24FFF}" presName="node" presStyleLbl="node1" presStyleIdx="0" presStyleCnt="6">
        <dgm:presLayoutVars>
          <dgm:bulletEnabled val="1"/>
        </dgm:presLayoutVars>
      </dgm:prSet>
      <dgm:spPr/>
    </dgm:pt>
    <dgm:pt modelId="{74F22C5D-8BD5-4DAA-94F8-F93DFCFE97FD}" type="pres">
      <dgm:prSet presAssocID="{5F63D526-18BE-4996-8217-11DAE5D71099}" presName="sibTrans" presStyleCnt="0"/>
      <dgm:spPr/>
    </dgm:pt>
    <dgm:pt modelId="{B3D7E90D-E70C-4CFA-85DE-1D24F52641EE}" type="pres">
      <dgm:prSet presAssocID="{AB19E40D-0B48-4B87-B684-17C64924C130}" presName="node" presStyleLbl="node1" presStyleIdx="1" presStyleCnt="6">
        <dgm:presLayoutVars>
          <dgm:bulletEnabled val="1"/>
        </dgm:presLayoutVars>
      </dgm:prSet>
      <dgm:spPr/>
    </dgm:pt>
    <dgm:pt modelId="{59086847-1811-457C-9AD6-E60BA32464DE}" type="pres">
      <dgm:prSet presAssocID="{A2804775-F7C6-4006-BA8D-F2E8D0DDBE27}" presName="sibTrans" presStyleCnt="0"/>
      <dgm:spPr/>
    </dgm:pt>
    <dgm:pt modelId="{0A0EEA52-CE06-447F-8DA6-EE64A14B5D61}" type="pres">
      <dgm:prSet presAssocID="{92E9AB0F-C262-416A-AFDB-924595E921A0}" presName="node" presStyleLbl="node1" presStyleIdx="2" presStyleCnt="6">
        <dgm:presLayoutVars>
          <dgm:bulletEnabled val="1"/>
        </dgm:presLayoutVars>
      </dgm:prSet>
      <dgm:spPr/>
    </dgm:pt>
    <dgm:pt modelId="{7338C9C6-9469-42B7-8AD8-9EFB7B6628AE}" type="pres">
      <dgm:prSet presAssocID="{2971BBF1-B3B2-41B0-B0B6-FBEEF490E9D8}" presName="sibTrans" presStyleCnt="0"/>
      <dgm:spPr/>
    </dgm:pt>
    <dgm:pt modelId="{2A239A2D-77FB-45B3-8945-F51CFC64A364}" type="pres">
      <dgm:prSet presAssocID="{06D7EA56-99EB-450D-8872-537278FC9D72}" presName="node" presStyleLbl="node1" presStyleIdx="3" presStyleCnt="6">
        <dgm:presLayoutVars>
          <dgm:bulletEnabled val="1"/>
        </dgm:presLayoutVars>
      </dgm:prSet>
      <dgm:spPr/>
    </dgm:pt>
    <dgm:pt modelId="{6C99DA37-3CEC-4F28-9626-6F10E2F6D152}" type="pres">
      <dgm:prSet presAssocID="{C5C12490-3356-4FE2-B140-F04035557617}" presName="sibTrans" presStyleCnt="0"/>
      <dgm:spPr/>
    </dgm:pt>
    <dgm:pt modelId="{2C2FCCA9-95A1-4864-92D7-114091C6156D}" type="pres">
      <dgm:prSet presAssocID="{F2B2E583-926B-416D-856E-788941880E8D}" presName="node" presStyleLbl="node1" presStyleIdx="4" presStyleCnt="6">
        <dgm:presLayoutVars>
          <dgm:bulletEnabled val="1"/>
        </dgm:presLayoutVars>
      </dgm:prSet>
      <dgm:spPr/>
    </dgm:pt>
    <dgm:pt modelId="{44DD734C-748F-4E7D-A6E4-0BD286A50055}" type="pres">
      <dgm:prSet presAssocID="{4D993BD7-B141-401A-ACF6-77B1DAAD5414}" presName="sibTrans" presStyleCnt="0"/>
      <dgm:spPr/>
    </dgm:pt>
    <dgm:pt modelId="{F3220802-F4D1-4339-90DB-5EB28626A3DC}" type="pres">
      <dgm:prSet presAssocID="{B2539BE2-C0E2-4B16-9755-AE6B5EE238F1}" presName="node" presStyleLbl="node1" presStyleIdx="5" presStyleCnt="6">
        <dgm:presLayoutVars>
          <dgm:bulletEnabled val="1"/>
        </dgm:presLayoutVars>
      </dgm:prSet>
      <dgm:spPr/>
    </dgm:pt>
  </dgm:ptLst>
  <dgm:cxnLst>
    <dgm:cxn modelId="{8E852203-F2AB-4F49-8120-EE32FF61BF01}" type="presOf" srcId="{92E9AB0F-C262-416A-AFDB-924595E921A0}" destId="{0A0EEA52-CE06-447F-8DA6-EE64A14B5D61}" srcOrd="0" destOrd="0" presId="urn:microsoft.com/office/officeart/2005/8/layout/default"/>
    <dgm:cxn modelId="{C1842633-5C05-4236-AAAE-6F15D1C2D7BE}" srcId="{FC34C52A-5776-4B3C-B47D-864DF5BFC745}" destId="{06D7EA56-99EB-450D-8872-537278FC9D72}" srcOrd="3" destOrd="0" parTransId="{2CF047B3-5FB6-4FCB-B772-3333FDA382E1}" sibTransId="{C5C12490-3356-4FE2-B140-F04035557617}"/>
    <dgm:cxn modelId="{F24D1A71-04BD-4217-A6BC-A84817FE9D3C}" srcId="{FC34C52A-5776-4B3C-B47D-864DF5BFC745}" destId="{AB19E40D-0B48-4B87-B684-17C64924C130}" srcOrd="1" destOrd="0" parTransId="{781FB405-8C18-4ACD-AD28-296549C1037C}" sibTransId="{A2804775-F7C6-4006-BA8D-F2E8D0DDBE27}"/>
    <dgm:cxn modelId="{70017359-D171-4AA9-A2D4-C61995ECD342}" type="presOf" srcId="{06D7EA56-99EB-450D-8872-537278FC9D72}" destId="{2A239A2D-77FB-45B3-8945-F51CFC64A364}" srcOrd="0" destOrd="0" presId="urn:microsoft.com/office/officeart/2005/8/layout/default"/>
    <dgm:cxn modelId="{DD75A57A-768C-4D7B-80F8-D67CA4444040}" srcId="{FC34C52A-5776-4B3C-B47D-864DF5BFC745}" destId="{8378D072-7FDD-4A3E-ABB1-FA87E9F24FFF}" srcOrd="0" destOrd="0" parTransId="{C072D995-C208-4E9B-A23B-8B73B74C720E}" sibTransId="{5F63D526-18BE-4996-8217-11DAE5D71099}"/>
    <dgm:cxn modelId="{50FDE7AA-B63B-435D-9E0F-223981BB55EF}" type="presOf" srcId="{AB19E40D-0B48-4B87-B684-17C64924C130}" destId="{B3D7E90D-E70C-4CFA-85DE-1D24F52641EE}" srcOrd="0" destOrd="0" presId="urn:microsoft.com/office/officeart/2005/8/layout/default"/>
    <dgm:cxn modelId="{22AE74CC-D305-40C0-8465-C399058F9CA4}" type="presOf" srcId="{B2539BE2-C0E2-4B16-9755-AE6B5EE238F1}" destId="{F3220802-F4D1-4339-90DB-5EB28626A3DC}" srcOrd="0" destOrd="0" presId="urn:microsoft.com/office/officeart/2005/8/layout/default"/>
    <dgm:cxn modelId="{A6B131D1-F7DB-46D3-A2FF-FCD4B2890801}" type="presOf" srcId="{F2B2E583-926B-416D-856E-788941880E8D}" destId="{2C2FCCA9-95A1-4864-92D7-114091C6156D}" srcOrd="0" destOrd="0" presId="urn:microsoft.com/office/officeart/2005/8/layout/default"/>
    <dgm:cxn modelId="{1E3BB7D4-DB98-4E8E-A887-94E62DB04C0E}" srcId="{FC34C52A-5776-4B3C-B47D-864DF5BFC745}" destId="{F2B2E583-926B-416D-856E-788941880E8D}" srcOrd="4" destOrd="0" parTransId="{FF2505C5-F7CF-4BD3-843E-97CC796BC510}" sibTransId="{4D993BD7-B141-401A-ACF6-77B1DAAD5414}"/>
    <dgm:cxn modelId="{D136B4E0-8165-4D0C-91D9-31558D8B94D3}" type="presOf" srcId="{FC34C52A-5776-4B3C-B47D-864DF5BFC745}" destId="{EE99C358-77BB-4691-A879-94549129941D}" srcOrd="0" destOrd="0" presId="urn:microsoft.com/office/officeart/2005/8/layout/default"/>
    <dgm:cxn modelId="{F37618E3-0A68-4220-9FEC-6667633748E3}" type="presOf" srcId="{8378D072-7FDD-4A3E-ABB1-FA87E9F24FFF}" destId="{4895DD10-328C-4D06-B45C-FF10077AF957}" srcOrd="0" destOrd="0" presId="urn:microsoft.com/office/officeart/2005/8/layout/default"/>
    <dgm:cxn modelId="{246831F1-9444-42D4-A9A6-FC2CA00C7CE6}" srcId="{FC34C52A-5776-4B3C-B47D-864DF5BFC745}" destId="{92E9AB0F-C262-416A-AFDB-924595E921A0}" srcOrd="2" destOrd="0" parTransId="{31BEFB0E-0CC8-49D4-B405-D591D1045348}" sibTransId="{2971BBF1-B3B2-41B0-B0B6-FBEEF490E9D8}"/>
    <dgm:cxn modelId="{F7E4B9F5-B79D-481B-A2AF-4242E7C34980}" srcId="{FC34C52A-5776-4B3C-B47D-864DF5BFC745}" destId="{B2539BE2-C0E2-4B16-9755-AE6B5EE238F1}" srcOrd="5" destOrd="0" parTransId="{CB7F3A37-C99F-4C09-AC77-E6418337DB61}" sibTransId="{1792D614-EF4B-4D71-8D89-B12927CD8DDD}"/>
    <dgm:cxn modelId="{2B240A1A-8CE4-4825-A6BE-55343C080B28}" type="presParOf" srcId="{EE99C358-77BB-4691-A879-94549129941D}" destId="{4895DD10-328C-4D06-B45C-FF10077AF957}" srcOrd="0" destOrd="0" presId="urn:microsoft.com/office/officeart/2005/8/layout/default"/>
    <dgm:cxn modelId="{F2C43081-B497-4353-9EC2-5E6D7FDE34FA}" type="presParOf" srcId="{EE99C358-77BB-4691-A879-94549129941D}" destId="{74F22C5D-8BD5-4DAA-94F8-F93DFCFE97FD}" srcOrd="1" destOrd="0" presId="urn:microsoft.com/office/officeart/2005/8/layout/default"/>
    <dgm:cxn modelId="{2A6FC6F7-7994-424F-B971-FA4C804D7444}" type="presParOf" srcId="{EE99C358-77BB-4691-A879-94549129941D}" destId="{B3D7E90D-E70C-4CFA-85DE-1D24F52641EE}" srcOrd="2" destOrd="0" presId="urn:microsoft.com/office/officeart/2005/8/layout/default"/>
    <dgm:cxn modelId="{631F4066-7128-4252-BBB0-6EC088355BBF}" type="presParOf" srcId="{EE99C358-77BB-4691-A879-94549129941D}" destId="{59086847-1811-457C-9AD6-E60BA32464DE}" srcOrd="3" destOrd="0" presId="urn:microsoft.com/office/officeart/2005/8/layout/default"/>
    <dgm:cxn modelId="{1C308920-6D83-461B-B812-E5DDF4D275C0}" type="presParOf" srcId="{EE99C358-77BB-4691-A879-94549129941D}" destId="{0A0EEA52-CE06-447F-8DA6-EE64A14B5D61}" srcOrd="4" destOrd="0" presId="urn:microsoft.com/office/officeart/2005/8/layout/default"/>
    <dgm:cxn modelId="{6897F315-82E0-4769-BDF9-6843385F95E0}" type="presParOf" srcId="{EE99C358-77BB-4691-A879-94549129941D}" destId="{7338C9C6-9469-42B7-8AD8-9EFB7B6628AE}" srcOrd="5" destOrd="0" presId="urn:microsoft.com/office/officeart/2005/8/layout/default"/>
    <dgm:cxn modelId="{33BCB686-3C73-43CA-831C-73F0629FA981}" type="presParOf" srcId="{EE99C358-77BB-4691-A879-94549129941D}" destId="{2A239A2D-77FB-45B3-8945-F51CFC64A364}" srcOrd="6" destOrd="0" presId="urn:microsoft.com/office/officeart/2005/8/layout/default"/>
    <dgm:cxn modelId="{645F96E1-97F6-42A8-A0A6-F63FA2EBE274}" type="presParOf" srcId="{EE99C358-77BB-4691-A879-94549129941D}" destId="{6C99DA37-3CEC-4F28-9626-6F10E2F6D152}" srcOrd="7" destOrd="0" presId="urn:microsoft.com/office/officeart/2005/8/layout/default"/>
    <dgm:cxn modelId="{F18314B3-013F-4373-8C44-652101CDF8C4}" type="presParOf" srcId="{EE99C358-77BB-4691-A879-94549129941D}" destId="{2C2FCCA9-95A1-4864-92D7-114091C6156D}" srcOrd="8" destOrd="0" presId="urn:microsoft.com/office/officeart/2005/8/layout/default"/>
    <dgm:cxn modelId="{5E6CAAE6-610C-46FD-A0DA-83D7C085B4A3}" type="presParOf" srcId="{EE99C358-77BB-4691-A879-94549129941D}" destId="{44DD734C-748F-4E7D-A6E4-0BD286A50055}" srcOrd="9" destOrd="0" presId="urn:microsoft.com/office/officeart/2005/8/layout/default"/>
    <dgm:cxn modelId="{3F5584E3-16FA-4AB8-ABBC-EDB32485F8F7}" type="presParOf" srcId="{EE99C358-77BB-4691-A879-94549129941D}" destId="{F3220802-F4D1-4339-90DB-5EB28626A3D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F41D28D-CB79-42BF-A8AD-8E26E48F35A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743E7F-8129-42E1-82DF-97AB204BD4A5}">
      <dgm:prSet/>
      <dgm:spPr/>
      <dgm:t>
        <a:bodyPr/>
        <a:lstStyle/>
        <a:p>
          <a:r>
            <a:rPr lang="en-US"/>
            <a:t>• The GUI module handles user interaction and image upload.</a:t>
          </a:r>
        </a:p>
      </dgm:t>
    </dgm:pt>
    <dgm:pt modelId="{F7782929-DD7B-43E8-84A4-EE8EB17DAC2F}" type="parTrans" cxnId="{EE8B5FB2-6487-41F0-8C1B-137FF07C642B}">
      <dgm:prSet/>
      <dgm:spPr/>
      <dgm:t>
        <a:bodyPr/>
        <a:lstStyle/>
        <a:p>
          <a:endParaRPr lang="en-US"/>
        </a:p>
      </dgm:t>
    </dgm:pt>
    <dgm:pt modelId="{B6F2D899-9E30-49DC-8945-DFA6AE531EE7}" type="sibTrans" cxnId="{EE8B5FB2-6487-41F0-8C1B-137FF07C642B}">
      <dgm:prSet/>
      <dgm:spPr/>
      <dgm:t>
        <a:bodyPr/>
        <a:lstStyle/>
        <a:p>
          <a:endParaRPr lang="en-US"/>
        </a:p>
      </dgm:t>
    </dgm:pt>
    <dgm:pt modelId="{A360F98B-BE96-4787-856E-D75FAA0E8ACA}">
      <dgm:prSet/>
      <dgm:spPr/>
      <dgm:t>
        <a:bodyPr/>
        <a:lstStyle/>
        <a:p>
          <a:r>
            <a:rPr lang="en-US"/>
            <a:t>• The detector module performs number plate localization.</a:t>
          </a:r>
        </a:p>
      </dgm:t>
    </dgm:pt>
    <dgm:pt modelId="{DBC6C55E-B48F-4922-9509-1FA1F2352E57}" type="parTrans" cxnId="{5D6A613B-992D-4AF7-8F0E-7435B0F83D6E}">
      <dgm:prSet/>
      <dgm:spPr/>
      <dgm:t>
        <a:bodyPr/>
        <a:lstStyle/>
        <a:p>
          <a:endParaRPr lang="en-US"/>
        </a:p>
      </dgm:t>
    </dgm:pt>
    <dgm:pt modelId="{A79FC3DB-1A43-409F-BE7B-469DC1C7C559}" type="sibTrans" cxnId="{5D6A613B-992D-4AF7-8F0E-7435B0F83D6E}">
      <dgm:prSet/>
      <dgm:spPr/>
      <dgm:t>
        <a:bodyPr/>
        <a:lstStyle/>
        <a:p>
          <a:endParaRPr lang="en-US"/>
        </a:p>
      </dgm:t>
    </dgm:pt>
    <dgm:pt modelId="{0D8ECCC0-BCFC-495C-A505-8E96E0447D82}">
      <dgm:prSet/>
      <dgm:spPr/>
      <dgm:t>
        <a:bodyPr/>
        <a:lstStyle/>
        <a:p>
          <a:r>
            <a:rPr lang="en-US"/>
            <a:t>• The database module stores records in CSV format.</a:t>
          </a:r>
        </a:p>
      </dgm:t>
    </dgm:pt>
    <dgm:pt modelId="{0D48F916-C430-4871-B549-2867A3EF57DF}" type="parTrans" cxnId="{AFDAD72D-CE9D-4B2B-8F89-2C35DE3E0AD3}">
      <dgm:prSet/>
      <dgm:spPr/>
      <dgm:t>
        <a:bodyPr/>
        <a:lstStyle/>
        <a:p>
          <a:endParaRPr lang="en-US"/>
        </a:p>
      </dgm:t>
    </dgm:pt>
    <dgm:pt modelId="{839344AF-9240-4562-AB5D-66A469AA9BD3}" type="sibTrans" cxnId="{AFDAD72D-CE9D-4B2B-8F89-2C35DE3E0AD3}">
      <dgm:prSet/>
      <dgm:spPr/>
      <dgm:t>
        <a:bodyPr/>
        <a:lstStyle/>
        <a:p>
          <a:endParaRPr lang="en-US"/>
        </a:p>
      </dgm:t>
    </dgm:pt>
    <dgm:pt modelId="{13AD4ABF-F17B-4FA3-9958-E97C4DD780C0}">
      <dgm:prSet/>
      <dgm:spPr/>
      <dgm:t>
        <a:bodyPr/>
        <a:lstStyle/>
        <a:p>
          <a:r>
            <a:rPr lang="en-US"/>
            <a:t>• The history module displays previous detections.</a:t>
          </a:r>
        </a:p>
      </dgm:t>
    </dgm:pt>
    <dgm:pt modelId="{54C626A9-4612-4399-A5CF-709B7F5B42D3}" type="parTrans" cxnId="{BB6B0156-3DA0-437E-8D12-17575A0E278F}">
      <dgm:prSet/>
      <dgm:spPr/>
      <dgm:t>
        <a:bodyPr/>
        <a:lstStyle/>
        <a:p>
          <a:endParaRPr lang="en-US"/>
        </a:p>
      </dgm:t>
    </dgm:pt>
    <dgm:pt modelId="{062BECD8-5F06-4DE9-82D4-CA1E5E596B45}" type="sibTrans" cxnId="{BB6B0156-3DA0-437E-8D12-17575A0E278F}">
      <dgm:prSet/>
      <dgm:spPr/>
      <dgm:t>
        <a:bodyPr/>
        <a:lstStyle/>
        <a:p>
          <a:endParaRPr lang="en-US"/>
        </a:p>
      </dgm:t>
    </dgm:pt>
    <dgm:pt modelId="{3A5A8647-FD79-4ABC-9652-AC81A574C0C0}">
      <dgm:prSet/>
      <dgm:spPr/>
      <dgm:t>
        <a:bodyPr/>
        <a:lstStyle/>
        <a:p>
          <a:r>
            <a:rPr lang="en-US"/>
            <a:t>• The output module saves processed vehicle images.</a:t>
          </a:r>
        </a:p>
      </dgm:t>
    </dgm:pt>
    <dgm:pt modelId="{5D2E981D-4AE1-472C-8D40-E7A3031311B1}" type="parTrans" cxnId="{634F52D8-2FE8-43A3-88C1-65808896951E}">
      <dgm:prSet/>
      <dgm:spPr/>
      <dgm:t>
        <a:bodyPr/>
        <a:lstStyle/>
        <a:p>
          <a:endParaRPr lang="en-US"/>
        </a:p>
      </dgm:t>
    </dgm:pt>
    <dgm:pt modelId="{BBE29C99-5E6F-411E-A38D-77192363074F}" type="sibTrans" cxnId="{634F52D8-2FE8-43A3-88C1-65808896951E}">
      <dgm:prSet/>
      <dgm:spPr/>
      <dgm:t>
        <a:bodyPr/>
        <a:lstStyle/>
        <a:p>
          <a:endParaRPr lang="en-US"/>
        </a:p>
      </dgm:t>
    </dgm:pt>
    <dgm:pt modelId="{99ACD1DA-2579-4A9D-8DC4-7C32994A53BD}">
      <dgm:prSet/>
      <dgm:spPr/>
      <dgm:t>
        <a:bodyPr/>
        <a:lstStyle/>
        <a:p>
          <a:r>
            <a:rPr lang="en-US"/>
            <a:t>• All modules work together to complete the recognition process.</a:t>
          </a:r>
        </a:p>
      </dgm:t>
    </dgm:pt>
    <dgm:pt modelId="{016240D8-343A-4AC2-B6B9-F560D3D5A687}" type="parTrans" cxnId="{C31842B8-4B9A-42B2-97DF-9D890223D77D}">
      <dgm:prSet/>
      <dgm:spPr/>
      <dgm:t>
        <a:bodyPr/>
        <a:lstStyle/>
        <a:p>
          <a:endParaRPr lang="en-US"/>
        </a:p>
      </dgm:t>
    </dgm:pt>
    <dgm:pt modelId="{79EA56C9-D47A-476C-A231-3540E4C3E4E2}" type="sibTrans" cxnId="{C31842B8-4B9A-42B2-97DF-9D890223D77D}">
      <dgm:prSet/>
      <dgm:spPr/>
      <dgm:t>
        <a:bodyPr/>
        <a:lstStyle/>
        <a:p>
          <a:endParaRPr lang="en-US"/>
        </a:p>
      </dgm:t>
    </dgm:pt>
    <dgm:pt modelId="{70B3FFF4-7E4A-4B3A-AAD7-ED14A2B50FBE}" type="pres">
      <dgm:prSet presAssocID="{1F41D28D-CB79-42BF-A8AD-8E26E48F35AB}" presName="diagram" presStyleCnt="0">
        <dgm:presLayoutVars>
          <dgm:dir/>
          <dgm:resizeHandles val="exact"/>
        </dgm:presLayoutVars>
      </dgm:prSet>
      <dgm:spPr/>
    </dgm:pt>
    <dgm:pt modelId="{B74F0CD5-355C-4C54-894C-9B40C67C797E}" type="pres">
      <dgm:prSet presAssocID="{D7743E7F-8129-42E1-82DF-97AB204BD4A5}" presName="node" presStyleLbl="node1" presStyleIdx="0" presStyleCnt="6">
        <dgm:presLayoutVars>
          <dgm:bulletEnabled val="1"/>
        </dgm:presLayoutVars>
      </dgm:prSet>
      <dgm:spPr/>
    </dgm:pt>
    <dgm:pt modelId="{21AE6584-C372-4C75-B106-97366CE4D591}" type="pres">
      <dgm:prSet presAssocID="{B6F2D899-9E30-49DC-8945-DFA6AE531EE7}" presName="sibTrans" presStyleCnt="0"/>
      <dgm:spPr/>
    </dgm:pt>
    <dgm:pt modelId="{75A47EA2-AB79-47CA-87CC-0B47AC808637}" type="pres">
      <dgm:prSet presAssocID="{A360F98B-BE96-4787-856E-D75FAA0E8ACA}" presName="node" presStyleLbl="node1" presStyleIdx="1" presStyleCnt="6">
        <dgm:presLayoutVars>
          <dgm:bulletEnabled val="1"/>
        </dgm:presLayoutVars>
      </dgm:prSet>
      <dgm:spPr/>
    </dgm:pt>
    <dgm:pt modelId="{B0546158-B1DB-4CE1-A187-5D4F197449BF}" type="pres">
      <dgm:prSet presAssocID="{A79FC3DB-1A43-409F-BE7B-469DC1C7C559}" presName="sibTrans" presStyleCnt="0"/>
      <dgm:spPr/>
    </dgm:pt>
    <dgm:pt modelId="{4880CC08-E92C-414D-8A1B-103ABC244978}" type="pres">
      <dgm:prSet presAssocID="{0D8ECCC0-BCFC-495C-A505-8E96E0447D82}" presName="node" presStyleLbl="node1" presStyleIdx="2" presStyleCnt="6">
        <dgm:presLayoutVars>
          <dgm:bulletEnabled val="1"/>
        </dgm:presLayoutVars>
      </dgm:prSet>
      <dgm:spPr/>
    </dgm:pt>
    <dgm:pt modelId="{055CC483-2494-4BEC-8BBA-3DBB523CD46A}" type="pres">
      <dgm:prSet presAssocID="{839344AF-9240-4562-AB5D-66A469AA9BD3}" presName="sibTrans" presStyleCnt="0"/>
      <dgm:spPr/>
    </dgm:pt>
    <dgm:pt modelId="{7A7AC4CE-266E-4AC0-AF75-85668DD2FAA5}" type="pres">
      <dgm:prSet presAssocID="{13AD4ABF-F17B-4FA3-9958-E97C4DD780C0}" presName="node" presStyleLbl="node1" presStyleIdx="3" presStyleCnt="6">
        <dgm:presLayoutVars>
          <dgm:bulletEnabled val="1"/>
        </dgm:presLayoutVars>
      </dgm:prSet>
      <dgm:spPr/>
    </dgm:pt>
    <dgm:pt modelId="{156E9722-23ED-43B8-B44C-C6521D8E01F1}" type="pres">
      <dgm:prSet presAssocID="{062BECD8-5F06-4DE9-82D4-CA1E5E596B45}" presName="sibTrans" presStyleCnt="0"/>
      <dgm:spPr/>
    </dgm:pt>
    <dgm:pt modelId="{38EF2E3C-A2E4-4F36-9ABF-307C06521ABF}" type="pres">
      <dgm:prSet presAssocID="{3A5A8647-FD79-4ABC-9652-AC81A574C0C0}" presName="node" presStyleLbl="node1" presStyleIdx="4" presStyleCnt="6">
        <dgm:presLayoutVars>
          <dgm:bulletEnabled val="1"/>
        </dgm:presLayoutVars>
      </dgm:prSet>
      <dgm:spPr/>
    </dgm:pt>
    <dgm:pt modelId="{969178AC-8A5F-47A4-AA1D-B53260F0E790}" type="pres">
      <dgm:prSet presAssocID="{BBE29C99-5E6F-411E-A38D-77192363074F}" presName="sibTrans" presStyleCnt="0"/>
      <dgm:spPr/>
    </dgm:pt>
    <dgm:pt modelId="{6A0E3E28-956C-4F41-8861-84E8DE219D3F}" type="pres">
      <dgm:prSet presAssocID="{99ACD1DA-2579-4A9D-8DC4-7C32994A53BD}" presName="node" presStyleLbl="node1" presStyleIdx="5" presStyleCnt="6">
        <dgm:presLayoutVars>
          <dgm:bulletEnabled val="1"/>
        </dgm:presLayoutVars>
      </dgm:prSet>
      <dgm:spPr/>
    </dgm:pt>
  </dgm:ptLst>
  <dgm:cxnLst>
    <dgm:cxn modelId="{F1771309-7B08-46C9-B35E-2C44000D2AEA}" type="presOf" srcId="{A360F98B-BE96-4787-856E-D75FAA0E8ACA}" destId="{75A47EA2-AB79-47CA-87CC-0B47AC808637}" srcOrd="0" destOrd="0" presId="urn:microsoft.com/office/officeart/2005/8/layout/default"/>
    <dgm:cxn modelId="{9B87A80C-724B-4098-A708-03416C94BBC6}" type="presOf" srcId="{99ACD1DA-2579-4A9D-8DC4-7C32994A53BD}" destId="{6A0E3E28-956C-4F41-8861-84E8DE219D3F}" srcOrd="0" destOrd="0" presId="urn:microsoft.com/office/officeart/2005/8/layout/default"/>
    <dgm:cxn modelId="{AFDAD72D-CE9D-4B2B-8F89-2C35DE3E0AD3}" srcId="{1F41D28D-CB79-42BF-A8AD-8E26E48F35AB}" destId="{0D8ECCC0-BCFC-495C-A505-8E96E0447D82}" srcOrd="2" destOrd="0" parTransId="{0D48F916-C430-4871-B549-2867A3EF57DF}" sibTransId="{839344AF-9240-4562-AB5D-66A469AA9BD3}"/>
    <dgm:cxn modelId="{5D6A613B-992D-4AF7-8F0E-7435B0F83D6E}" srcId="{1F41D28D-CB79-42BF-A8AD-8E26E48F35AB}" destId="{A360F98B-BE96-4787-856E-D75FAA0E8ACA}" srcOrd="1" destOrd="0" parTransId="{DBC6C55E-B48F-4922-9509-1FA1F2352E57}" sibTransId="{A79FC3DB-1A43-409F-BE7B-469DC1C7C559}"/>
    <dgm:cxn modelId="{BB6B0156-3DA0-437E-8D12-17575A0E278F}" srcId="{1F41D28D-CB79-42BF-A8AD-8E26E48F35AB}" destId="{13AD4ABF-F17B-4FA3-9958-E97C4DD780C0}" srcOrd="3" destOrd="0" parTransId="{54C626A9-4612-4399-A5CF-709B7F5B42D3}" sibTransId="{062BECD8-5F06-4DE9-82D4-CA1E5E596B45}"/>
    <dgm:cxn modelId="{02896985-B120-44A5-A208-23F83BB45630}" type="presOf" srcId="{13AD4ABF-F17B-4FA3-9958-E97C4DD780C0}" destId="{7A7AC4CE-266E-4AC0-AF75-85668DD2FAA5}" srcOrd="0" destOrd="0" presId="urn:microsoft.com/office/officeart/2005/8/layout/default"/>
    <dgm:cxn modelId="{A75F8BA8-B467-40F4-A9C4-3A9878842E8C}" type="presOf" srcId="{1F41D28D-CB79-42BF-A8AD-8E26E48F35AB}" destId="{70B3FFF4-7E4A-4B3A-AAD7-ED14A2B50FBE}" srcOrd="0" destOrd="0" presId="urn:microsoft.com/office/officeart/2005/8/layout/default"/>
    <dgm:cxn modelId="{EE8B5FB2-6487-41F0-8C1B-137FF07C642B}" srcId="{1F41D28D-CB79-42BF-A8AD-8E26E48F35AB}" destId="{D7743E7F-8129-42E1-82DF-97AB204BD4A5}" srcOrd="0" destOrd="0" parTransId="{F7782929-DD7B-43E8-84A4-EE8EB17DAC2F}" sibTransId="{B6F2D899-9E30-49DC-8945-DFA6AE531EE7}"/>
    <dgm:cxn modelId="{C31842B8-4B9A-42B2-97DF-9D890223D77D}" srcId="{1F41D28D-CB79-42BF-A8AD-8E26E48F35AB}" destId="{99ACD1DA-2579-4A9D-8DC4-7C32994A53BD}" srcOrd="5" destOrd="0" parTransId="{016240D8-343A-4AC2-B6B9-F560D3D5A687}" sibTransId="{79EA56C9-D47A-476C-A231-3540E4C3E4E2}"/>
    <dgm:cxn modelId="{1982E2C4-F155-4201-898E-0236FF91AD7C}" type="presOf" srcId="{0D8ECCC0-BCFC-495C-A505-8E96E0447D82}" destId="{4880CC08-E92C-414D-8A1B-103ABC244978}" srcOrd="0" destOrd="0" presId="urn:microsoft.com/office/officeart/2005/8/layout/default"/>
    <dgm:cxn modelId="{634F52D8-2FE8-43A3-88C1-65808896951E}" srcId="{1F41D28D-CB79-42BF-A8AD-8E26E48F35AB}" destId="{3A5A8647-FD79-4ABC-9652-AC81A574C0C0}" srcOrd="4" destOrd="0" parTransId="{5D2E981D-4AE1-472C-8D40-E7A3031311B1}" sibTransId="{BBE29C99-5E6F-411E-A38D-77192363074F}"/>
    <dgm:cxn modelId="{BC6C78DD-A3C6-4B79-9253-FFF8C8D3F9FA}" type="presOf" srcId="{3A5A8647-FD79-4ABC-9652-AC81A574C0C0}" destId="{38EF2E3C-A2E4-4F36-9ABF-307C06521ABF}" srcOrd="0" destOrd="0" presId="urn:microsoft.com/office/officeart/2005/8/layout/default"/>
    <dgm:cxn modelId="{34EB0BE1-1722-4503-9E74-E6D2EBF842D6}" type="presOf" srcId="{D7743E7F-8129-42E1-82DF-97AB204BD4A5}" destId="{B74F0CD5-355C-4C54-894C-9B40C67C797E}" srcOrd="0" destOrd="0" presId="urn:microsoft.com/office/officeart/2005/8/layout/default"/>
    <dgm:cxn modelId="{9C5062C3-B8E9-4D80-80B4-C07579CD3942}" type="presParOf" srcId="{70B3FFF4-7E4A-4B3A-AAD7-ED14A2B50FBE}" destId="{B74F0CD5-355C-4C54-894C-9B40C67C797E}" srcOrd="0" destOrd="0" presId="urn:microsoft.com/office/officeart/2005/8/layout/default"/>
    <dgm:cxn modelId="{C55EF380-6CFB-4D77-B21B-89FEB7330C9B}" type="presParOf" srcId="{70B3FFF4-7E4A-4B3A-AAD7-ED14A2B50FBE}" destId="{21AE6584-C372-4C75-B106-97366CE4D591}" srcOrd="1" destOrd="0" presId="urn:microsoft.com/office/officeart/2005/8/layout/default"/>
    <dgm:cxn modelId="{6249CDEA-EB5B-4452-8323-B5AD95E202AA}" type="presParOf" srcId="{70B3FFF4-7E4A-4B3A-AAD7-ED14A2B50FBE}" destId="{75A47EA2-AB79-47CA-87CC-0B47AC808637}" srcOrd="2" destOrd="0" presId="urn:microsoft.com/office/officeart/2005/8/layout/default"/>
    <dgm:cxn modelId="{68D6A6F4-C7CA-4E29-B32C-77AE27406ADE}" type="presParOf" srcId="{70B3FFF4-7E4A-4B3A-AAD7-ED14A2B50FBE}" destId="{B0546158-B1DB-4CE1-A187-5D4F197449BF}" srcOrd="3" destOrd="0" presId="urn:microsoft.com/office/officeart/2005/8/layout/default"/>
    <dgm:cxn modelId="{E7E46285-3AD8-4BDC-ABED-B5998640C65B}" type="presParOf" srcId="{70B3FFF4-7E4A-4B3A-AAD7-ED14A2B50FBE}" destId="{4880CC08-E92C-414D-8A1B-103ABC244978}" srcOrd="4" destOrd="0" presId="urn:microsoft.com/office/officeart/2005/8/layout/default"/>
    <dgm:cxn modelId="{628D4607-628F-44C8-980C-7A556CDB40AF}" type="presParOf" srcId="{70B3FFF4-7E4A-4B3A-AAD7-ED14A2B50FBE}" destId="{055CC483-2494-4BEC-8BBA-3DBB523CD46A}" srcOrd="5" destOrd="0" presId="urn:microsoft.com/office/officeart/2005/8/layout/default"/>
    <dgm:cxn modelId="{C04BC0A3-CA29-4ACB-AC34-10EF66C6E3A1}" type="presParOf" srcId="{70B3FFF4-7E4A-4B3A-AAD7-ED14A2B50FBE}" destId="{7A7AC4CE-266E-4AC0-AF75-85668DD2FAA5}" srcOrd="6" destOrd="0" presId="urn:microsoft.com/office/officeart/2005/8/layout/default"/>
    <dgm:cxn modelId="{E2781BD5-C194-4034-93D8-3569B67ACFE3}" type="presParOf" srcId="{70B3FFF4-7E4A-4B3A-AAD7-ED14A2B50FBE}" destId="{156E9722-23ED-43B8-B44C-C6521D8E01F1}" srcOrd="7" destOrd="0" presId="urn:microsoft.com/office/officeart/2005/8/layout/default"/>
    <dgm:cxn modelId="{AB1103FB-A97D-4B1D-AC75-3B9E7E1F81EF}" type="presParOf" srcId="{70B3FFF4-7E4A-4B3A-AAD7-ED14A2B50FBE}" destId="{38EF2E3C-A2E4-4F36-9ABF-307C06521ABF}" srcOrd="8" destOrd="0" presId="urn:microsoft.com/office/officeart/2005/8/layout/default"/>
    <dgm:cxn modelId="{30EC9523-2581-4258-993A-B7A2E981ECB3}" type="presParOf" srcId="{70B3FFF4-7E4A-4B3A-AAD7-ED14A2B50FBE}" destId="{969178AC-8A5F-47A4-AA1D-B53260F0E790}" srcOrd="9" destOrd="0" presId="urn:microsoft.com/office/officeart/2005/8/layout/default"/>
    <dgm:cxn modelId="{D6A00E2D-E3ED-4881-95BE-F6CFC861A730}" type="presParOf" srcId="{70B3FFF4-7E4A-4B3A-AAD7-ED14A2B50FBE}" destId="{6A0E3E28-956C-4F41-8861-84E8DE219D3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F8C71-6FEB-4839-84BA-A0CB87AE1676}">
      <dsp:nvSpPr>
        <dsp:cNvPr id="0" name=""/>
        <dsp:cNvSpPr/>
      </dsp:nvSpPr>
      <dsp:spPr>
        <a:xfrm>
          <a:off x="312393" y="500378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DBF5E-4A07-4012-BF70-FCF9EDD2FF68}">
      <dsp:nvSpPr>
        <dsp:cNvPr id="0" name=""/>
        <dsp:cNvSpPr/>
      </dsp:nvSpPr>
      <dsp:spPr>
        <a:xfrm>
          <a:off x="518971" y="70695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B82F3-EBB0-4056-80C7-D57AE560CE45}">
      <dsp:nvSpPr>
        <dsp:cNvPr id="0" name=""/>
        <dsp:cNvSpPr/>
      </dsp:nvSpPr>
      <dsp:spPr>
        <a:xfrm>
          <a:off x="2526" y="177162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Automatic Number Plate Recognition is a computer vision application used for vehicle identification.</a:t>
          </a:r>
        </a:p>
      </dsp:txBody>
      <dsp:txXfrm>
        <a:off x="2526" y="1771628"/>
        <a:ext cx="1589062" cy="695214"/>
      </dsp:txXfrm>
    </dsp:sp>
    <dsp:sp modelId="{445C2DE2-AA64-43B1-88B3-34343825272D}">
      <dsp:nvSpPr>
        <dsp:cNvPr id="0" name=""/>
        <dsp:cNvSpPr/>
      </dsp:nvSpPr>
      <dsp:spPr>
        <a:xfrm>
          <a:off x="2179541" y="500378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9F30B-508F-4C4D-A4A1-EA62E8A9C4C1}">
      <dsp:nvSpPr>
        <dsp:cNvPr id="0" name=""/>
        <dsp:cNvSpPr/>
      </dsp:nvSpPr>
      <dsp:spPr>
        <a:xfrm>
          <a:off x="2386120" y="70695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ACD6E-0354-4714-84E3-F83162CFCB77}">
      <dsp:nvSpPr>
        <dsp:cNvPr id="0" name=""/>
        <dsp:cNvSpPr/>
      </dsp:nvSpPr>
      <dsp:spPr>
        <a:xfrm>
          <a:off x="1869674" y="177162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system automatically detects vehicle number plates from input images.</a:t>
          </a:r>
        </a:p>
      </dsp:txBody>
      <dsp:txXfrm>
        <a:off x="1869674" y="1771628"/>
        <a:ext cx="1589062" cy="695214"/>
      </dsp:txXfrm>
    </dsp:sp>
    <dsp:sp modelId="{8622FA01-AE41-465F-9358-E1800DC88A98}">
      <dsp:nvSpPr>
        <dsp:cNvPr id="0" name=""/>
        <dsp:cNvSpPr/>
      </dsp:nvSpPr>
      <dsp:spPr>
        <a:xfrm>
          <a:off x="4046690" y="500378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5646A-33C3-444C-B76E-1CFABC989631}">
      <dsp:nvSpPr>
        <dsp:cNvPr id="0" name=""/>
        <dsp:cNvSpPr/>
      </dsp:nvSpPr>
      <dsp:spPr>
        <a:xfrm>
          <a:off x="4253268" y="70695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5268F-69C1-4393-A961-B8BC33AF076E}">
      <dsp:nvSpPr>
        <dsp:cNvPr id="0" name=""/>
        <dsp:cNvSpPr/>
      </dsp:nvSpPr>
      <dsp:spPr>
        <a:xfrm>
          <a:off x="3736823" y="177162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It reduces manual effort involved in recording vehicle details.</a:t>
          </a:r>
        </a:p>
      </dsp:txBody>
      <dsp:txXfrm>
        <a:off x="3736823" y="1771628"/>
        <a:ext cx="1589062" cy="695214"/>
      </dsp:txXfrm>
    </dsp:sp>
    <dsp:sp modelId="{0B9977BB-E72B-41CD-A8FE-6FB8C6AE0757}">
      <dsp:nvSpPr>
        <dsp:cNvPr id="0" name=""/>
        <dsp:cNvSpPr/>
      </dsp:nvSpPr>
      <dsp:spPr>
        <a:xfrm>
          <a:off x="312393" y="2864108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D66C0-029F-4D00-B700-60AAD640054B}">
      <dsp:nvSpPr>
        <dsp:cNvPr id="0" name=""/>
        <dsp:cNvSpPr/>
      </dsp:nvSpPr>
      <dsp:spPr>
        <a:xfrm>
          <a:off x="518971" y="307068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1449D-1121-4B32-8188-A34E5AFC015E}">
      <dsp:nvSpPr>
        <dsp:cNvPr id="0" name=""/>
        <dsp:cNvSpPr/>
      </dsp:nvSpPr>
      <dsp:spPr>
        <a:xfrm>
          <a:off x="2526" y="413535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project combines object detection and optical character recognition techniques.</a:t>
          </a:r>
        </a:p>
      </dsp:txBody>
      <dsp:txXfrm>
        <a:off x="2526" y="4135358"/>
        <a:ext cx="1589062" cy="695214"/>
      </dsp:txXfrm>
    </dsp:sp>
    <dsp:sp modelId="{AC3B35E5-69B6-43DD-932E-078BF4A9F89E}">
      <dsp:nvSpPr>
        <dsp:cNvPr id="0" name=""/>
        <dsp:cNvSpPr/>
      </dsp:nvSpPr>
      <dsp:spPr>
        <a:xfrm>
          <a:off x="2179541" y="2864108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8CE04-FD84-43A0-A79E-C6209CFB8948}">
      <dsp:nvSpPr>
        <dsp:cNvPr id="0" name=""/>
        <dsp:cNvSpPr/>
      </dsp:nvSpPr>
      <dsp:spPr>
        <a:xfrm>
          <a:off x="2386120" y="307068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09791-D710-4D68-BD63-A9BCC3B6FE20}">
      <dsp:nvSpPr>
        <dsp:cNvPr id="0" name=""/>
        <dsp:cNvSpPr/>
      </dsp:nvSpPr>
      <dsp:spPr>
        <a:xfrm>
          <a:off x="1869674" y="413535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developed system provides a graphical interface for easy usage.</a:t>
          </a:r>
        </a:p>
      </dsp:txBody>
      <dsp:txXfrm>
        <a:off x="1869674" y="4135358"/>
        <a:ext cx="1589062" cy="695214"/>
      </dsp:txXfrm>
    </dsp:sp>
    <dsp:sp modelId="{F841573D-5C82-48FE-B923-9683DE1ED03D}">
      <dsp:nvSpPr>
        <dsp:cNvPr id="0" name=""/>
        <dsp:cNvSpPr/>
      </dsp:nvSpPr>
      <dsp:spPr>
        <a:xfrm>
          <a:off x="4046690" y="2864108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558F6-CB8F-44FF-AFB6-D6E177273A10}">
      <dsp:nvSpPr>
        <dsp:cNvPr id="0" name=""/>
        <dsp:cNvSpPr/>
      </dsp:nvSpPr>
      <dsp:spPr>
        <a:xfrm>
          <a:off x="4253268" y="307068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0DA2A-1B92-42A1-A274-36B9323146A2}">
      <dsp:nvSpPr>
        <dsp:cNvPr id="0" name=""/>
        <dsp:cNvSpPr/>
      </dsp:nvSpPr>
      <dsp:spPr>
        <a:xfrm>
          <a:off x="3736823" y="413535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It can be used in traffic monitoring and parking management systems.</a:t>
          </a:r>
        </a:p>
      </dsp:txBody>
      <dsp:txXfrm>
        <a:off x="3736823" y="4135358"/>
        <a:ext cx="1589062" cy="695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CD6C1-A1F0-48C2-BBE9-23716EC54C98}">
      <dsp:nvSpPr>
        <dsp:cNvPr id="0" name=""/>
        <dsp:cNvSpPr/>
      </dsp:nvSpPr>
      <dsp:spPr>
        <a:xfrm>
          <a:off x="312393" y="559968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FD630-85FE-4792-B4DF-4DE3727C9625}">
      <dsp:nvSpPr>
        <dsp:cNvPr id="0" name=""/>
        <dsp:cNvSpPr/>
      </dsp:nvSpPr>
      <dsp:spPr>
        <a:xfrm>
          <a:off x="518971" y="76654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213BE-85EF-4790-9CB9-0E6F31E2EAB9}">
      <dsp:nvSpPr>
        <dsp:cNvPr id="0" name=""/>
        <dsp:cNvSpPr/>
      </dsp:nvSpPr>
      <dsp:spPr>
        <a:xfrm>
          <a:off x="2526" y="1831218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Manual vehicle data entry consumes more time and resources.</a:t>
          </a:r>
        </a:p>
      </dsp:txBody>
      <dsp:txXfrm>
        <a:off x="2526" y="1831218"/>
        <a:ext cx="1589062" cy="635625"/>
      </dsp:txXfrm>
    </dsp:sp>
    <dsp:sp modelId="{494920B5-05F3-4AC9-B39E-797752357819}">
      <dsp:nvSpPr>
        <dsp:cNvPr id="0" name=""/>
        <dsp:cNvSpPr/>
      </dsp:nvSpPr>
      <dsp:spPr>
        <a:xfrm>
          <a:off x="2179541" y="559968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14BCF-8F22-4754-9298-2A776D7C9213}">
      <dsp:nvSpPr>
        <dsp:cNvPr id="0" name=""/>
        <dsp:cNvSpPr/>
      </dsp:nvSpPr>
      <dsp:spPr>
        <a:xfrm>
          <a:off x="2386120" y="76654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81043-7F33-42F7-8B7F-452C3753A3F5}">
      <dsp:nvSpPr>
        <dsp:cNvPr id="0" name=""/>
        <dsp:cNvSpPr/>
      </dsp:nvSpPr>
      <dsp:spPr>
        <a:xfrm>
          <a:off x="1869674" y="1831218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Human errors can occur while recording vehicle information.</a:t>
          </a:r>
        </a:p>
      </dsp:txBody>
      <dsp:txXfrm>
        <a:off x="1869674" y="1831218"/>
        <a:ext cx="1589062" cy="635625"/>
      </dsp:txXfrm>
    </dsp:sp>
    <dsp:sp modelId="{29901D5C-BB4E-435D-B6F1-74B29D7483F5}">
      <dsp:nvSpPr>
        <dsp:cNvPr id="0" name=""/>
        <dsp:cNvSpPr/>
      </dsp:nvSpPr>
      <dsp:spPr>
        <a:xfrm>
          <a:off x="4046690" y="559968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1EB3B-6EF5-4D29-8D73-A83E0C38971A}">
      <dsp:nvSpPr>
        <dsp:cNvPr id="0" name=""/>
        <dsp:cNvSpPr/>
      </dsp:nvSpPr>
      <dsp:spPr>
        <a:xfrm>
          <a:off x="4253268" y="76654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18678-D44F-4AE2-AB4C-C555B7BB96D4}">
      <dsp:nvSpPr>
        <dsp:cNvPr id="0" name=""/>
        <dsp:cNvSpPr/>
      </dsp:nvSpPr>
      <dsp:spPr>
        <a:xfrm>
          <a:off x="3736823" y="1831218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Managing a large number of vehicles manually is difficult.</a:t>
          </a:r>
        </a:p>
      </dsp:txBody>
      <dsp:txXfrm>
        <a:off x="3736823" y="1831218"/>
        <a:ext cx="1589062" cy="635625"/>
      </dsp:txXfrm>
    </dsp:sp>
    <dsp:sp modelId="{AA56BC16-7E92-4D97-B07D-20349256C2BD}">
      <dsp:nvSpPr>
        <dsp:cNvPr id="0" name=""/>
        <dsp:cNvSpPr/>
      </dsp:nvSpPr>
      <dsp:spPr>
        <a:xfrm>
          <a:off x="312393" y="2864108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EF2F7-57A5-43AE-80D2-B547F5A96063}">
      <dsp:nvSpPr>
        <dsp:cNvPr id="0" name=""/>
        <dsp:cNvSpPr/>
      </dsp:nvSpPr>
      <dsp:spPr>
        <a:xfrm>
          <a:off x="518971" y="307068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BFAA9-E8A5-40FC-8990-E7259062EB99}">
      <dsp:nvSpPr>
        <dsp:cNvPr id="0" name=""/>
        <dsp:cNvSpPr/>
      </dsp:nvSpPr>
      <dsp:spPr>
        <a:xfrm>
          <a:off x="2526" y="4135358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Traditional methods provide lower efficiency and accuracy.</a:t>
          </a:r>
        </a:p>
      </dsp:txBody>
      <dsp:txXfrm>
        <a:off x="2526" y="4135358"/>
        <a:ext cx="1589062" cy="635625"/>
      </dsp:txXfrm>
    </dsp:sp>
    <dsp:sp modelId="{22E11C18-7E76-4198-998C-9B92FABC6242}">
      <dsp:nvSpPr>
        <dsp:cNvPr id="0" name=""/>
        <dsp:cNvSpPr/>
      </dsp:nvSpPr>
      <dsp:spPr>
        <a:xfrm>
          <a:off x="2179541" y="2864108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80F59-9F3E-49E3-B140-14F9414BB273}">
      <dsp:nvSpPr>
        <dsp:cNvPr id="0" name=""/>
        <dsp:cNvSpPr/>
      </dsp:nvSpPr>
      <dsp:spPr>
        <a:xfrm>
          <a:off x="2386120" y="307068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3AF0C-9BCE-474B-AE61-DA1C33BDF248}">
      <dsp:nvSpPr>
        <dsp:cNvPr id="0" name=""/>
        <dsp:cNvSpPr/>
      </dsp:nvSpPr>
      <dsp:spPr>
        <a:xfrm>
          <a:off x="1869674" y="4135358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There is a need for an automated recognition system.</a:t>
          </a:r>
        </a:p>
      </dsp:txBody>
      <dsp:txXfrm>
        <a:off x="1869674" y="4135358"/>
        <a:ext cx="1589062" cy="635625"/>
      </dsp:txXfrm>
    </dsp:sp>
    <dsp:sp modelId="{34C5CF2A-AD3C-46A0-AF51-DC6B35EF46A8}">
      <dsp:nvSpPr>
        <dsp:cNvPr id="0" name=""/>
        <dsp:cNvSpPr/>
      </dsp:nvSpPr>
      <dsp:spPr>
        <a:xfrm>
          <a:off x="4046690" y="2864108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AA0A6-22D3-4007-8541-85F9D972DCB2}">
      <dsp:nvSpPr>
        <dsp:cNvPr id="0" name=""/>
        <dsp:cNvSpPr/>
      </dsp:nvSpPr>
      <dsp:spPr>
        <a:xfrm>
          <a:off x="4253268" y="3070686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55C1B-EE06-41C1-9BCB-59AEB4D6C1A3}">
      <dsp:nvSpPr>
        <dsp:cNvPr id="0" name=""/>
        <dsp:cNvSpPr/>
      </dsp:nvSpPr>
      <dsp:spPr>
        <a:xfrm>
          <a:off x="3736823" y="4135358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The project aims to simplify vehicle identification.</a:t>
          </a:r>
        </a:p>
      </dsp:txBody>
      <dsp:txXfrm>
        <a:off x="3736823" y="4135358"/>
        <a:ext cx="1589062" cy="635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6F8EF-D02C-4629-81C8-167DDBF13459}">
      <dsp:nvSpPr>
        <dsp:cNvPr id="0" name=""/>
        <dsp:cNvSpPr/>
      </dsp:nvSpPr>
      <dsp:spPr>
        <a:xfrm>
          <a:off x="0" y="1630"/>
          <a:ext cx="5470207" cy="694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B5E97-0DCD-4960-8C4B-56419CEB7DFD}">
      <dsp:nvSpPr>
        <dsp:cNvPr id="0" name=""/>
        <dsp:cNvSpPr/>
      </dsp:nvSpPr>
      <dsp:spPr>
        <a:xfrm>
          <a:off x="210229" y="158000"/>
          <a:ext cx="382236" cy="382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5D1E5-8716-4CD5-9B99-47DB6993336B}">
      <dsp:nvSpPr>
        <dsp:cNvPr id="0" name=""/>
        <dsp:cNvSpPr/>
      </dsp:nvSpPr>
      <dsp:spPr>
        <a:xfrm>
          <a:off x="802695" y="1630"/>
          <a:ext cx="4667511" cy="694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51" tIns="73551" rIns="73551" bIns="735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 detect vehicle number plates automatically from images.</a:t>
          </a:r>
        </a:p>
      </dsp:txBody>
      <dsp:txXfrm>
        <a:off x="802695" y="1630"/>
        <a:ext cx="4667511" cy="694974"/>
      </dsp:txXfrm>
    </dsp:sp>
    <dsp:sp modelId="{5D29CC56-D794-4465-BC39-08F310612B5B}">
      <dsp:nvSpPr>
        <dsp:cNvPr id="0" name=""/>
        <dsp:cNvSpPr/>
      </dsp:nvSpPr>
      <dsp:spPr>
        <a:xfrm>
          <a:off x="0" y="870349"/>
          <a:ext cx="5470207" cy="694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DBC10-4D8C-43D4-B939-219B91A6820B}">
      <dsp:nvSpPr>
        <dsp:cNvPr id="0" name=""/>
        <dsp:cNvSpPr/>
      </dsp:nvSpPr>
      <dsp:spPr>
        <a:xfrm>
          <a:off x="210229" y="1026718"/>
          <a:ext cx="382236" cy="382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786D7-0ADB-46A9-98D0-E60867DD5324}">
      <dsp:nvSpPr>
        <dsp:cNvPr id="0" name=""/>
        <dsp:cNvSpPr/>
      </dsp:nvSpPr>
      <dsp:spPr>
        <a:xfrm>
          <a:off x="802695" y="870349"/>
          <a:ext cx="4667511" cy="694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51" tIns="73551" rIns="73551" bIns="735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 recognize alphanumeric characters using OCR techniques.</a:t>
          </a:r>
        </a:p>
      </dsp:txBody>
      <dsp:txXfrm>
        <a:off x="802695" y="870349"/>
        <a:ext cx="4667511" cy="694974"/>
      </dsp:txXfrm>
    </dsp:sp>
    <dsp:sp modelId="{A6058C72-0E86-4920-83BF-7BC4BA2FA457}">
      <dsp:nvSpPr>
        <dsp:cNvPr id="0" name=""/>
        <dsp:cNvSpPr/>
      </dsp:nvSpPr>
      <dsp:spPr>
        <a:xfrm>
          <a:off x="0" y="1739067"/>
          <a:ext cx="5470207" cy="694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79AD9-D457-405F-AFCA-577A188E35E7}">
      <dsp:nvSpPr>
        <dsp:cNvPr id="0" name=""/>
        <dsp:cNvSpPr/>
      </dsp:nvSpPr>
      <dsp:spPr>
        <a:xfrm>
          <a:off x="210229" y="1895437"/>
          <a:ext cx="382236" cy="382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B5464-8B73-4872-99FB-802DC1A1744D}">
      <dsp:nvSpPr>
        <dsp:cNvPr id="0" name=""/>
        <dsp:cNvSpPr/>
      </dsp:nvSpPr>
      <dsp:spPr>
        <a:xfrm>
          <a:off x="802695" y="1739067"/>
          <a:ext cx="4667511" cy="694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51" tIns="73551" rIns="73551" bIns="735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 maintain a history of detected number plates.</a:t>
          </a:r>
        </a:p>
      </dsp:txBody>
      <dsp:txXfrm>
        <a:off x="802695" y="1739067"/>
        <a:ext cx="4667511" cy="694974"/>
      </dsp:txXfrm>
    </dsp:sp>
    <dsp:sp modelId="{56B93966-34A3-4B98-B2BE-042515F21393}">
      <dsp:nvSpPr>
        <dsp:cNvPr id="0" name=""/>
        <dsp:cNvSpPr/>
      </dsp:nvSpPr>
      <dsp:spPr>
        <a:xfrm>
          <a:off x="0" y="2607786"/>
          <a:ext cx="5470207" cy="694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17CD5-798D-4DBB-86F5-2534D93928EC}">
      <dsp:nvSpPr>
        <dsp:cNvPr id="0" name=""/>
        <dsp:cNvSpPr/>
      </dsp:nvSpPr>
      <dsp:spPr>
        <a:xfrm>
          <a:off x="210229" y="2764155"/>
          <a:ext cx="382236" cy="382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B65B5-0F46-449B-842A-5A8947BE8E0C}">
      <dsp:nvSpPr>
        <dsp:cNvPr id="0" name=""/>
        <dsp:cNvSpPr/>
      </dsp:nvSpPr>
      <dsp:spPr>
        <a:xfrm>
          <a:off x="802695" y="2607786"/>
          <a:ext cx="4667511" cy="694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51" tIns="73551" rIns="73551" bIns="735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 store results with date and time information.</a:t>
          </a:r>
        </a:p>
      </dsp:txBody>
      <dsp:txXfrm>
        <a:off x="802695" y="2607786"/>
        <a:ext cx="4667511" cy="694974"/>
      </dsp:txXfrm>
    </dsp:sp>
    <dsp:sp modelId="{F8E5A862-42DA-45FB-9690-ED0410296910}">
      <dsp:nvSpPr>
        <dsp:cNvPr id="0" name=""/>
        <dsp:cNvSpPr/>
      </dsp:nvSpPr>
      <dsp:spPr>
        <a:xfrm>
          <a:off x="0" y="3476504"/>
          <a:ext cx="5470207" cy="694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A79E4-3FD2-438F-BB3C-150B3B32565C}">
      <dsp:nvSpPr>
        <dsp:cNvPr id="0" name=""/>
        <dsp:cNvSpPr/>
      </dsp:nvSpPr>
      <dsp:spPr>
        <a:xfrm>
          <a:off x="210229" y="3632874"/>
          <a:ext cx="382236" cy="382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D14EB-5E46-493B-9D3B-E3FB6C142F47}">
      <dsp:nvSpPr>
        <dsp:cNvPr id="0" name=""/>
        <dsp:cNvSpPr/>
      </dsp:nvSpPr>
      <dsp:spPr>
        <a:xfrm>
          <a:off x="802695" y="3476504"/>
          <a:ext cx="4667511" cy="694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51" tIns="73551" rIns="73551" bIns="735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 provide a user-friendly graphical interface.</a:t>
          </a:r>
        </a:p>
      </dsp:txBody>
      <dsp:txXfrm>
        <a:off x="802695" y="3476504"/>
        <a:ext cx="4667511" cy="694974"/>
      </dsp:txXfrm>
    </dsp:sp>
    <dsp:sp modelId="{26F037BC-D458-4CA8-951B-E4FEAEFDC7B5}">
      <dsp:nvSpPr>
        <dsp:cNvPr id="0" name=""/>
        <dsp:cNvSpPr/>
      </dsp:nvSpPr>
      <dsp:spPr>
        <a:xfrm>
          <a:off x="0" y="4345223"/>
          <a:ext cx="5470207" cy="6949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1D778-B6BE-4B29-A5A7-0E820E2B56EF}">
      <dsp:nvSpPr>
        <dsp:cNvPr id="0" name=""/>
        <dsp:cNvSpPr/>
      </dsp:nvSpPr>
      <dsp:spPr>
        <a:xfrm>
          <a:off x="210229" y="4501592"/>
          <a:ext cx="382236" cy="382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31E3B-AAD4-46FE-82BA-842840AEE0CA}">
      <dsp:nvSpPr>
        <dsp:cNvPr id="0" name=""/>
        <dsp:cNvSpPr/>
      </dsp:nvSpPr>
      <dsp:spPr>
        <a:xfrm>
          <a:off x="802695" y="4345223"/>
          <a:ext cx="4667511" cy="694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51" tIns="73551" rIns="73551" bIns="735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To improve the efficiency of vehicle monitoring.</a:t>
          </a:r>
        </a:p>
      </dsp:txBody>
      <dsp:txXfrm>
        <a:off x="802695" y="4345223"/>
        <a:ext cx="4667511" cy="6949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D9CC2-5E87-40EC-A2B9-AF3CB72A93FE}">
      <dsp:nvSpPr>
        <dsp:cNvPr id="0" name=""/>
        <dsp:cNvSpPr/>
      </dsp:nvSpPr>
      <dsp:spPr>
        <a:xfrm>
          <a:off x="0" y="12862"/>
          <a:ext cx="579620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The user uploads an image through the graphical interface.</a:t>
          </a:r>
        </a:p>
      </dsp:txBody>
      <dsp:txXfrm>
        <a:off x="38838" y="51700"/>
        <a:ext cx="5718524" cy="717924"/>
      </dsp:txXfrm>
    </dsp:sp>
    <dsp:sp modelId="{E4016395-F607-4B29-98FA-0F68E4176603}">
      <dsp:nvSpPr>
        <dsp:cNvPr id="0" name=""/>
        <dsp:cNvSpPr/>
      </dsp:nvSpPr>
      <dsp:spPr>
        <a:xfrm>
          <a:off x="0" y="866062"/>
          <a:ext cx="5796200" cy="795600"/>
        </a:xfrm>
        <a:prstGeom prst="roundRect">
          <a:avLst/>
        </a:prstGeom>
        <a:solidFill>
          <a:schemeClr val="accent2">
            <a:hueOff val="-32638"/>
            <a:satOff val="-1886"/>
            <a:lumOff val="2588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YOLOv8 detects the number plate region from the image.</a:t>
          </a:r>
        </a:p>
      </dsp:txBody>
      <dsp:txXfrm>
        <a:off x="38838" y="904900"/>
        <a:ext cx="5718524" cy="717924"/>
      </dsp:txXfrm>
    </dsp:sp>
    <dsp:sp modelId="{F2009909-AD00-4CAD-972F-E165268B333F}">
      <dsp:nvSpPr>
        <dsp:cNvPr id="0" name=""/>
        <dsp:cNvSpPr/>
      </dsp:nvSpPr>
      <dsp:spPr>
        <a:xfrm>
          <a:off x="0" y="1719262"/>
          <a:ext cx="5796200" cy="795600"/>
        </a:xfrm>
        <a:prstGeom prst="roundRect">
          <a:avLst/>
        </a:prstGeom>
        <a:solidFill>
          <a:schemeClr val="accent2">
            <a:hueOff val="-65276"/>
            <a:satOff val="-3773"/>
            <a:lumOff val="517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The detected plate is cropped for further processing.</a:t>
          </a:r>
        </a:p>
      </dsp:txBody>
      <dsp:txXfrm>
        <a:off x="38838" y="1758100"/>
        <a:ext cx="5718524" cy="717924"/>
      </dsp:txXfrm>
    </dsp:sp>
    <dsp:sp modelId="{D8103C9A-A9A0-416C-9EAA-F70BB05604EE}">
      <dsp:nvSpPr>
        <dsp:cNvPr id="0" name=""/>
        <dsp:cNvSpPr/>
      </dsp:nvSpPr>
      <dsp:spPr>
        <a:xfrm>
          <a:off x="0" y="2572462"/>
          <a:ext cx="5796200" cy="795600"/>
        </a:xfrm>
        <a:prstGeom prst="roundRect">
          <a:avLst/>
        </a:prstGeom>
        <a:solidFill>
          <a:schemeClr val="accent2">
            <a:hueOff val="-97914"/>
            <a:satOff val="-5659"/>
            <a:lumOff val="7765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OpenCV preprocessing improves image quality for OCR.</a:t>
          </a:r>
        </a:p>
      </dsp:txBody>
      <dsp:txXfrm>
        <a:off x="38838" y="2611300"/>
        <a:ext cx="5718524" cy="717924"/>
      </dsp:txXfrm>
    </dsp:sp>
    <dsp:sp modelId="{A93699C5-EC26-4CD9-892F-BC5C529967F8}">
      <dsp:nvSpPr>
        <dsp:cNvPr id="0" name=""/>
        <dsp:cNvSpPr/>
      </dsp:nvSpPr>
      <dsp:spPr>
        <a:xfrm>
          <a:off x="0" y="3425662"/>
          <a:ext cx="5796200" cy="795600"/>
        </a:xfrm>
        <a:prstGeom prst="roundRect">
          <a:avLst/>
        </a:prstGeom>
        <a:solidFill>
          <a:schemeClr val="accent2">
            <a:hueOff val="-130552"/>
            <a:satOff val="-7546"/>
            <a:lumOff val="1035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Tesseract OCR extracts the characters from the plate.</a:t>
          </a:r>
        </a:p>
      </dsp:txBody>
      <dsp:txXfrm>
        <a:off x="38838" y="3464500"/>
        <a:ext cx="5718524" cy="717924"/>
      </dsp:txXfrm>
    </dsp:sp>
    <dsp:sp modelId="{B6AE21BB-679C-4E56-A10D-EDB1CFEFCA9C}">
      <dsp:nvSpPr>
        <dsp:cNvPr id="0" name=""/>
        <dsp:cNvSpPr/>
      </dsp:nvSpPr>
      <dsp:spPr>
        <a:xfrm>
          <a:off x="0" y="4278861"/>
          <a:ext cx="5796200" cy="795600"/>
        </a:xfrm>
        <a:prstGeom prst="roundRect">
          <a:avLst/>
        </a:prstGeom>
        <a:solidFill>
          <a:schemeClr val="accent2">
            <a:hueOff val="-163190"/>
            <a:satOff val="-9432"/>
            <a:lumOff val="12941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The result is displayed and stored in a CSV database.</a:t>
          </a:r>
        </a:p>
      </dsp:txBody>
      <dsp:txXfrm>
        <a:off x="38838" y="4317699"/>
        <a:ext cx="5718524" cy="7179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5DD10-328C-4D06-B45C-FF10077AF957}">
      <dsp:nvSpPr>
        <dsp:cNvPr id="0" name=""/>
        <dsp:cNvSpPr/>
      </dsp:nvSpPr>
      <dsp:spPr>
        <a:xfrm>
          <a:off x="56926" y="1964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YOLOv8 is used for accurate number plate detection.</a:t>
          </a:r>
        </a:p>
      </dsp:txBody>
      <dsp:txXfrm>
        <a:off x="56926" y="1964"/>
        <a:ext cx="2558355" cy="1535013"/>
      </dsp:txXfrm>
    </dsp:sp>
    <dsp:sp modelId="{B3D7E90D-E70C-4CFA-85DE-1D24F52641EE}">
      <dsp:nvSpPr>
        <dsp:cNvPr id="0" name=""/>
        <dsp:cNvSpPr/>
      </dsp:nvSpPr>
      <dsp:spPr>
        <a:xfrm>
          <a:off x="2871117" y="1964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OpenCV is used for image preprocessing operations.</a:t>
          </a:r>
        </a:p>
      </dsp:txBody>
      <dsp:txXfrm>
        <a:off x="2871117" y="1964"/>
        <a:ext cx="2558355" cy="1535013"/>
      </dsp:txXfrm>
    </dsp:sp>
    <dsp:sp modelId="{0A0EEA52-CE06-447F-8DA6-EE64A14B5D61}">
      <dsp:nvSpPr>
        <dsp:cNvPr id="0" name=""/>
        <dsp:cNvSpPr/>
      </dsp:nvSpPr>
      <dsp:spPr>
        <a:xfrm>
          <a:off x="56926" y="1792813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Tesseract OCR performs character recognition.</a:t>
          </a:r>
        </a:p>
      </dsp:txBody>
      <dsp:txXfrm>
        <a:off x="56926" y="1792813"/>
        <a:ext cx="2558355" cy="1535013"/>
      </dsp:txXfrm>
    </dsp:sp>
    <dsp:sp modelId="{2A239A2D-77FB-45B3-8945-F51CFC64A364}">
      <dsp:nvSpPr>
        <dsp:cNvPr id="0" name=""/>
        <dsp:cNvSpPr/>
      </dsp:nvSpPr>
      <dsp:spPr>
        <a:xfrm>
          <a:off x="2871117" y="1792813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Post-processing removes unwanted symbols and noise.</a:t>
          </a:r>
        </a:p>
      </dsp:txBody>
      <dsp:txXfrm>
        <a:off x="2871117" y="1792813"/>
        <a:ext cx="2558355" cy="1535013"/>
      </dsp:txXfrm>
    </dsp:sp>
    <dsp:sp modelId="{2C2FCCA9-95A1-4864-92D7-114091C6156D}">
      <dsp:nvSpPr>
        <dsp:cNvPr id="0" name=""/>
        <dsp:cNvSpPr/>
      </dsp:nvSpPr>
      <dsp:spPr>
        <a:xfrm>
          <a:off x="56926" y="3583662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The system saves detection history automatically.</a:t>
          </a:r>
        </a:p>
      </dsp:txBody>
      <dsp:txXfrm>
        <a:off x="56926" y="3583662"/>
        <a:ext cx="2558355" cy="1535013"/>
      </dsp:txXfrm>
    </dsp:sp>
    <dsp:sp modelId="{F3220802-F4D1-4339-90DB-5EB28626A3DC}">
      <dsp:nvSpPr>
        <dsp:cNvPr id="0" name=""/>
        <dsp:cNvSpPr/>
      </dsp:nvSpPr>
      <dsp:spPr>
        <a:xfrm>
          <a:off x="2871117" y="3583662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The GUI provides an interactive user experience.</a:t>
          </a:r>
        </a:p>
      </dsp:txBody>
      <dsp:txXfrm>
        <a:off x="2871117" y="3583662"/>
        <a:ext cx="2558355" cy="15350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F0CD5-355C-4C54-894C-9B40C67C797E}">
      <dsp:nvSpPr>
        <dsp:cNvPr id="0" name=""/>
        <dsp:cNvSpPr/>
      </dsp:nvSpPr>
      <dsp:spPr>
        <a:xfrm>
          <a:off x="56926" y="1964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 GUI module handles user interaction and image upload.</a:t>
          </a:r>
        </a:p>
      </dsp:txBody>
      <dsp:txXfrm>
        <a:off x="56926" y="1964"/>
        <a:ext cx="2558355" cy="1535013"/>
      </dsp:txXfrm>
    </dsp:sp>
    <dsp:sp modelId="{75A47EA2-AB79-47CA-87CC-0B47AC808637}">
      <dsp:nvSpPr>
        <dsp:cNvPr id="0" name=""/>
        <dsp:cNvSpPr/>
      </dsp:nvSpPr>
      <dsp:spPr>
        <a:xfrm>
          <a:off x="2871117" y="1964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 detector module performs number plate localization.</a:t>
          </a:r>
        </a:p>
      </dsp:txBody>
      <dsp:txXfrm>
        <a:off x="2871117" y="1964"/>
        <a:ext cx="2558355" cy="1535013"/>
      </dsp:txXfrm>
    </dsp:sp>
    <dsp:sp modelId="{4880CC08-E92C-414D-8A1B-103ABC244978}">
      <dsp:nvSpPr>
        <dsp:cNvPr id="0" name=""/>
        <dsp:cNvSpPr/>
      </dsp:nvSpPr>
      <dsp:spPr>
        <a:xfrm>
          <a:off x="56926" y="1792813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 database module stores records in CSV format.</a:t>
          </a:r>
        </a:p>
      </dsp:txBody>
      <dsp:txXfrm>
        <a:off x="56926" y="1792813"/>
        <a:ext cx="2558355" cy="1535013"/>
      </dsp:txXfrm>
    </dsp:sp>
    <dsp:sp modelId="{7A7AC4CE-266E-4AC0-AF75-85668DD2FAA5}">
      <dsp:nvSpPr>
        <dsp:cNvPr id="0" name=""/>
        <dsp:cNvSpPr/>
      </dsp:nvSpPr>
      <dsp:spPr>
        <a:xfrm>
          <a:off x="2871117" y="1792813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 history module displays previous detections.</a:t>
          </a:r>
        </a:p>
      </dsp:txBody>
      <dsp:txXfrm>
        <a:off x="2871117" y="1792813"/>
        <a:ext cx="2558355" cy="1535013"/>
      </dsp:txXfrm>
    </dsp:sp>
    <dsp:sp modelId="{38EF2E3C-A2E4-4F36-9ABF-307C06521ABF}">
      <dsp:nvSpPr>
        <dsp:cNvPr id="0" name=""/>
        <dsp:cNvSpPr/>
      </dsp:nvSpPr>
      <dsp:spPr>
        <a:xfrm>
          <a:off x="56926" y="3583662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 output module saves processed vehicle images.</a:t>
          </a:r>
        </a:p>
      </dsp:txBody>
      <dsp:txXfrm>
        <a:off x="56926" y="3583662"/>
        <a:ext cx="2558355" cy="1535013"/>
      </dsp:txXfrm>
    </dsp:sp>
    <dsp:sp modelId="{6A0E3E28-956C-4F41-8861-84E8DE219D3F}">
      <dsp:nvSpPr>
        <dsp:cNvPr id="0" name=""/>
        <dsp:cNvSpPr/>
      </dsp:nvSpPr>
      <dsp:spPr>
        <a:xfrm>
          <a:off x="2871117" y="3583662"/>
          <a:ext cx="2558355" cy="15350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All modules work together to complete the recognition process.</a:t>
          </a:r>
        </a:p>
      </dsp:txBody>
      <dsp:txXfrm>
        <a:off x="2871117" y="3583662"/>
        <a:ext cx="2558355" cy="1535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5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0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6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6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4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8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4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9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9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88E6146-1C0A-4739-84A4-CE454A7B2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1F8E4-A710-A9FB-63F7-B58F77B5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6DB519C-E7E6-4ED7-8440-9702C7004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rgbClr val="205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4590661"/>
            <a:ext cx="7658146" cy="1065690"/>
          </a:xfrm>
        </p:spPr>
        <p:txBody>
          <a:bodyPr>
            <a:normAutofit/>
          </a:bodyPr>
          <a:lstStyle/>
          <a:p>
            <a:r>
              <a:rPr lang="en-US" sz="3400"/>
              <a:t>Automatic Number Plate Recognition System using YOLOv8 and Tesseract OCR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825010" y="5666792"/>
            <a:ext cx="7635522" cy="542592"/>
          </a:xfrm>
        </p:spPr>
        <p:txBody>
          <a:bodyPr>
            <a:normAutofit/>
          </a:bodyPr>
          <a:lstStyle/>
          <a:p>
            <a:r>
              <a:rPr lang="en-IN" sz="1000">
                <a:solidFill>
                  <a:srgbClr val="FFFFFF">
                    <a:alpha val="80000"/>
                  </a:srgbClr>
                </a:solidFill>
              </a:rPr>
              <a:t> Automatic Number Plate Recognition System using YOLOv8 and Tesseract OCR</a:t>
            </a:r>
          </a:p>
          <a:p>
            <a:r>
              <a:rPr lang="en-IN" sz="1000">
                <a:solidFill>
                  <a:srgbClr val="FFFFFF">
                    <a:alpha val="80000"/>
                  </a:srgbClr>
                </a:solidFill>
              </a:rPr>
              <a:t>Developed by Musukula Sriram Reddy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6EFC68-212A-47F8-9663-C40DB8D3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6A0D79-8FD7-A54B-9ADF-F3B890E64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041624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6EFC68-212A-47F8-9663-C40DB8D3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2582693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945974-411B-216A-C0C9-39B325163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243897"/>
              </p:ext>
            </p:extLst>
          </p:nvPr>
        </p:nvGraphicFramePr>
        <p:xfrm>
          <a:off x="3044951" y="758952"/>
          <a:ext cx="5328412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8A81A9-A442-4FB4-A3AC-254A64023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379D16-E9B5-4217-96FC-4444572AA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2142" y="757325"/>
            <a:ext cx="2661858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831" y="1123837"/>
            <a:ext cx="2210611" cy="4601183"/>
          </a:xfrm>
        </p:spPr>
        <p:txBody>
          <a:bodyPr>
            <a:normAutofit/>
          </a:bodyPr>
          <a:lstStyle/>
          <a:p>
            <a:r>
              <a:t>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054B7-5AC5-49DB-A3ED-354175FA8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C19924-6A23-9C55-DF2D-B5C0C98493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774947"/>
              </p:ext>
            </p:extLst>
          </p:nvPr>
        </p:nvGraphicFramePr>
        <p:xfrm>
          <a:off x="649985" y="933854"/>
          <a:ext cx="5470207" cy="50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4601183"/>
          </a:xfrm>
        </p:spPr>
        <p:txBody>
          <a:bodyPr>
            <a:normAutofit/>
          </a:bodyPr>
          <a:lstStyle/>
          <a:p>
            <a: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BA00A8-88D0-13E5-8E8B-F8ED44364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269736"/>
              </p:ext>
            </p:extLst>
          </p:nvPr>
        </p:nvGraphicFramePr>
        <p:xfrm>
          <a:off x="2819922" y="885459"/>
          <a:ext cx="5796200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40B3EB-AA6A-F429-1883-A6153CB9D2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01951" y="864108"/>
          <a:ext cx="54864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008756-A53A-C2BA-2950-C891723D22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01951" y="864108"/>
          <a:ext cx="54864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3156366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695" y="1683144"/>
            <a:ext cx="2081191" cy="3491712"/>
          </a:xfrm>
        </p:spPr>
        <p:txBody>
          <a:bodyPr>
            <a:normAutofit/>
          </a:bodyPr>
          <a:lstStyle/>
          <a:p>
            <a:r>
              <a:t>Results and Applications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271204" y="1683143"/>
            <a:ext cx="4970533" cy="3491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• The system successfully detects vehicle number plates.</a:t>
            </a:r>
          </a:p>
          <a:p>
            <a:pPr marL="0" indent="0">
              <a:buNone/>
            </a:pPr>
            <a:r>
              <a:t>• The recognized text is displayed through the GUI.</a:t>
            </a:r>
          </a:p>
          <a:p>
            <a:pPr marL="0" indent="0">
              <a:buNone/>
            </a:pPr>
            <a:r>
              <a:t>• The database stores date, time and image information.</a:t>
            </a:r>
          </a:p>
          <a:p>
            <a:pPr marL="0" indent="0">
              <a:buNone/>
            </a:pPr>
            <a:r>
              <a:t>• The project can be used in smart parking systems.</a:t>
            </a:r>
          </a:p>
          <a:p>
            <a:pPr marL="0" indent="0">
              <a:buNone/>
            </a:pPr>
            <a:r>
              <a:t>• It is useful in traffic monitoring applications.</a:t>
            </a:r>
          </a:p>
          <a:p>
            <a:pPr marL="0" indent="0">
              <a:buNone/>
            </a:pPr>
            <a:r>
              <a:t>• It can be applied in toll collection systems.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8392887" y="1056875"/>
            <a:ext cx="75111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3156366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695" y="1683144"/>
            <a:ext cx="2081191" cy="3491712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204" y="1683143"/>
            <a:ext cx="4970533" cy="3491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• The developed system provides accurate number plate recognition.</a:t>
            </a:r>
          </a:p>
          <a:p>
            <a:pPr marL="0" indent="0">
              <a:buNone/>
            </a:pPr>
            <a:r>
              <a:rPr lang="en-US" sz="1800"/>
              <a:t>• YOLOv8 improves detection performance significantly.</a:t>
            </a:r>
          </a:p>
          <a:p>
            <a:pPr marL="0" indent="0">
              <a:buNone/>
            </a:pPr>
            <a:r>
              <a:rPr lang="en-US" sz="1800"/>
              <a:t>• Tesseract OCR extracts characters effectively.</a:t>
            </a:r>
          </a:p>
          <a:p>
            <a:pPr marL="0" indent="0">
              <a:buNone/>
            </a:pPr>
            <a:r>
              <a:rPr lang="en-US" sz="1800"/>
              <a:t>• The graphical interface makes the system easy to use.</a:t>
            </a:r>
          </a:p>
          <a:p>
            <a:pPr marL="0" indent="0">
              <a:buNone/>
            </a:pPr>
            <a:r>
              <a:rPr lang="en-US" sz="1800"/>
              <a:t>• The database helps maintain historical records.</a:t>
            </a:r>
          </a:p>
          <a:p>
            <a:pPr marL="0" indent="0">
              <a:buNone/>
            </a:pPr>
            <a:r>
              <a:rPr lang="en-US" sz="1800"/>
              <a:t>• The project demonstrates practical AI applications.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8392887" y="1056875"/>
            <a:ext cx="75111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8D8C5A-D6A8-4B82-A915-65B3BE9D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306A5-A549-4C0D-A7D2-34D4D4A99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2697" y="761999"/>
            <a:ext cx="219398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88E6146-1C0A-4739-84A4-CE454A7B2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79B79883-9AD5-D2B5-9B0E-A324A8EC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6DB519C-E7E6-4ED7-8440-9702C7004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8780525" cy="1852186"/>
          </a:xfrm>
          <a:prstGeom prst="rect">
            <a:avLst/>
          </a:prstGeom>
          <a:solidFill>
            <a:srgbClr val="50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590661"/>
            <a:ext cx="7658146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</TotalTime>
  <Words>510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Corbel</vt:lpstr>
      <vt:lpstr>Wingdings 2</vt:lpstr>
      <vt:lpstr>Frame</vt:lpstr>
      <vt:lpstr>Automatic Number Plate Recognition System using YOLOv8 and Tesseract OCR</vt:lpstr>
      <vt:lpstr>Introduction</vt:lpstr>
      <vt:lpstr>Problem Statement</vt:lpstr>
      <vt:lpstr>Objectives</vt:lpstr>
      <vt:lpstr>System Architecture</vt:lpstr>
      <vt:lpstr>Methodology</vt:lpstr>
      <vt:lpstr>Modules Used</vt:lpstr>
      <vt:lpstr>Results and Applications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sriramreddy musukula</cp:lastModifiedBy>
  <cp:revision>2</cp:revision>
  <dcterms:created xsi:type="dcterms:W3CDTF">2013-01-27T09:14:16Z</dcterms:created>
  <dcterms:modified xsi:type="dcterms:W3CDTF">2026-06-23T11:40:14Z</dcterms:modified>
  <cp:category/>
</cp:coreProperties>
</file>